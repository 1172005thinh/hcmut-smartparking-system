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5" r:id="rId8"/>
    <p:sldId id="262" r:id="rId9"/>
    <p:sldId id="263" r:id="rId10"/>
    <p:sldId id="264" r:id="rId11"/>
    <p:sldId id="268" r:id="rId12"/>
    <p:sldId id="269" r:id="rId13"/>
    <p:sldId id="267" r:id="rId14"/>
    <p:sldId id="266" r:id="rId15"/>
  </p:sldIdLst>
  <p:sldSz cx="11520488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2B91"/>
    <a:srgbClr val="1488DB"/>
    <a:srgbClr val="FF4747"/>
    <a:srgbClr val="E3F6FD"/>
    <a:srgbClr val="F8FCFE"/>
    <a:srgbClr val="FF75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6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0061" y="1060529"/>
            <a:ext cx="8640366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0061" y="3403592"/>
            <a:ext cx="8640366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1A39B-22B8-4687-AF26-014B09D9CCD9}" type="datetimeFigureOut">
              <a:rPr lang="vi-VN" smtClean="0"/>
              <a:t>09/04/2026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F0585-C3E8-4A5D-B542-2B4524AE732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68058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1A39B-22B8-4687-AF26-014B09D9CCD9}" type="datetimeFigureOut">
              <a:rPr lang="vi-VN" smtClean="0"/>
              <a:t>09/04/2026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F0585-C3E8-4A5D-B542-2B4524AE732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52146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033" y="1615545"/>
            <a:ext cx="9936421" cy="269557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6033" y="4336618"/>
            <a:ext cx="9936421" cy="1417538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1pPr>
            <a:lvl2pPr marL="432008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2pPr>
            <a:lvl3pPr marL="864017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3pPr>
            <a:lvl4pPr marL="1296025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4pPr>
            <a:lvl5pPr marL="1728033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5pPr>
            <a:lvl6pPr marL="2160041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6pPr>
            <a:lvl7pPr marL="2592050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7pPr>
            <a:lvl8pPr marL="3024058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8pPr>
            <a:lvl9pPr marL="3456066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1A39B-22B8-4687-AF26-014B09D9CCD9}" type="datetimeFigureOut">
              <a:rPr lang="vi-VN" smtClean="0"/>
              <a:t>09/04/2026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F0585-C3E8-4A5D-B542-2B4524AE732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01410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034" y="1725046"/>
            <a:ext cx="4896207" cy="4111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32247" y="1725046"/>
            <a:ext cx="4896207" cy="4111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1A39B-22B8-4687-AF26-014B09D9CCD9}" type="datetimeFigureOut">
              <a:rPr lang="vi-VN" smtClean="0"/>
              <a:t>09/04/2026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F0585-C3E8-4A5D-B542-2B4524AE732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46829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4" y="345010"/>
            <a:ext cx="9936421" cy="1252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3535" y="1588543"/>
            <a:ext cx="4873706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3535" y="2367064"/>
            <a:ext cx="4873706" cy="3481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32247" y="1588543"/>
            <a:ext cx="4897708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32247" y="2367064"/>
            <a:ext cx="4897708" cy="3481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1A39B-22B8-4687-AF26-014B09D9CCD9}" type="datetimeFigureOut">
              <a:rPr lang="vi-VN" smtClean="0"/>
              <a:t>09/04/2026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F0585-C3E8-4A5D-B542-2B4524AE732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49377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1A39B-22B8-4687-AF26-014B09D9CCD9}" type="datetimeFigureOut">
              <a:rPr lang="vi-VN" smtClean="0"/>
              <a:t>09/04/2026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F0585-C3E8-4A5D-B542-2B4524AE732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59364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1A39B-22B8-4687-AF26-014B09D9CCD9}" type="datetimeFigureOut">
              <a:rPr lang="vi-VN" smtClean="0"/>
              <a:t>09/04/2026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F0585-C3E8-4A5D-B542-2B4524AE732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50471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432012"/>
            <a:ext cx="3715657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7708" y="933026"/>
            <a:ext cx="5832247" cy="4605124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1944052"/>
            <a:ext cx="3715657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1A39B-22B8-4687-AF26-014B09D9CCD9}" type="datetimeFigureOut">
              <a:rPr lang="vi-VN" smtClean="0"/>
              <a:t>09/04/2026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F0585-C3E8-4A5D-B542-2B4524AE732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73539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432012"/>
            <a:ext cx="3715657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97708" y="933026"/>
            <a:ext cx="5832247" cy="4605124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1944052"/>
            <a:ext cx="3715657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1A39B-22B8-4687-AF26-014B09D9CCD9}" type="datetimeFigureOut">
              <a:rPr lang="vi-VN" smtClean="0"/>
              <a:t>09/04/2026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F0585-C3E8-4A5D-B542-2B4524AE732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08153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1A39B-22B8-4687-AF26-014B09D9CCD9}" type="datetimeFigureOut">
              <a:rPr lang="vi-VN" smtClean="0"/>
              <a:t>09/04/2026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F0585-C3E8-4A5D-B542-2B4524AE732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07832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44349" y="345009"/>
            <a:ext cx="2484105" cy="54916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92033" y="345009"/>
            <a:ext cx="7308310" cy="54916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1A39B-22B8-4687-AF26-014B09D9CCD9}" type="datetimeFigureOut">
              <a:rPr lang="vi-VN" smtClean="0"/>
              <a:t>09/04/2026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F0585-C3E8-4A5D-B542-2B4524AE732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08315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34" y="345010"/>
            <a:ext cx="9936421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2034" y="1725046"/>
            <a:ext cx="9936421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81A39B-22B8-4687-AF26-014B09D9CCD9}" type="datetimeFigureOut">
              <a:rPr lang="vi-VN" smtClean="0"/>
              <a:t>09/04/2026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6162" y="6006163"/>
            <a:ext cx="388816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DF0585-C3E8-4A5D-B542-2B4524AE732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76335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5.png"/><Relationship Id="rId21" Type="http://schemas.openxmlformats.org/officeDocument/2006/relationships/image" Target="../media/image20.svg"/><Relationship Id="rId42" Type="http://schemas.openxmlformats.org/officeDocument/2006/relationships/image" Target="../media/image41.png"/><Relationship Id="rId47" Type="http://schemas.openxmlformats.org/officeDocument/2006/relationships/image" Target="../media/image46.svg"/><Relationship Id="rId63" Type="http://schemas.openxmlformats.org/officeDocument/2006/relationships/image" Target="../media/image62.svg"/><Relationship Id="rId68" Type="http://schemas.openxmlformats.org/officeDocument/2006/relationships/image" Target="../media/image67.png"/><Relationship Id="rId16" Type="http://schemas.openxmlformats.org/officeDocument/2006/relationships/image" Target="../media/image15.png"/><Relationship Id="rId11" Type="http://schemas.openxmlformats.org/officeDocument/2006/relationships/image" Target="../media/image10.svg"/><Relationship Id="rId32" Type="http://schemas.openxmlformats.org/officeDocument/2006/relationships/image" Target="../media/image31.png"/><Relationship Id="rId37" Type="http://schemas.openxmlformats.org/officeDocument/2006/relationships/image" Target="../media/image36.svg"/><Relationship Id="rId53" Type="http://schemas.openxmlformats.org/officeDocument/2006/relationships/image" Target="../media/image52.svg"/><Relationship Id="rId58" Type="http://schemas.openxmlformats.org/officeDocument/2006/relationships/image" Target="../media/image57.png"/><Relationship Id="rId74" Type="http://schemas.openxmlformats.org/officeDocument/2006/relationships/image" Target="../media/image73.png"/><Relationship Id="rId79" Type="http://schemas.openxmlformats.org/officeDocument/2006/relationships/image" Target="../media/image78.svg"/><Relationship Id="rId5" Type="http://schemas.openxmlformats.org/officeDocument/2006/relationships/image" Target="../media/image4.svg"/><Relationship Id="rId61" Type="http://schemas.openxmlformats.org/officeDocument/2006/relationships/image" Target="../media/image60.svg"/><Relationship Id="rId82" Type="http://schemas.openxmlformats.org/officeDocument/2006/relationships/image" Target="../media/image81.png"/><Relationship Id="rId19" Type="http://schemas.openxmlformats.org/officeDocument/2006/relationships/image" Target="../media/image1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Relationship Id="rId30" Type="http://schemas.openxmlformats.org/officeDocument/2006/relationships/image" Target="../media/image29.png"/><Relationship Id="rId35" Type="http://schemas.openxmlformats.org/officeDocument/2006/relationships/image" Target="../media/image34.svg"/><Relationship Id="rId43" Type="http://schemas.openxmlformats.org/officeDocument/2006/relationships/image" Target="../media/image42.svg"/><Relationship Id="rId48" Type="http://schemas.openxmlformats.org/officeDocument/2006/relationships/image" Target="../media/image47.png"/><Relationship Id="rId56" Type="http://schemas.openxmlformats.org/officeDocument/2006/relationships/image" Target="../media/image55.png"/><Relationship Id="rId64" Type="http://schemas.openxmlformats.org/officeDocument/2006/relationships/image" Target="../media/image63.png"/><Relationship Id="rId69" Type="http://schemas.openxmlformats.org/officeDocument/2006/relationships/image" Target="../media/image68.svg"/><Relationship Id="rId77" Type="http://schemas.openxmlformats.org/officeDocument/2006/relationships/image" Target="../media/image76.svg"/><Relationship Id="rId8" Type="http://schemas.openxmlformats.org/officeDocument/2006/relationships/image" Target="../media/image7.png"/><Relationship Id="rId51" Type="http://schemas.openxmlformats.org/officeDocument/2006/relationships/image" Target="../media/image50.svg"/><Relationship Id="rId72" Type="http://schemas.openxmlformats.org/officeDocument/2006/relationships/image" Target="../media/image71.png"/><Relationship Id="rId80" Type="http://schemas.openxmlformats.org/officeDocument/2006/relationships/image" Target="../media/image79.png"/><Relationship Id="rId3" Type="http://schemas.openxmlformats.org/officeDocument/2006/relationships/image" Target="../media/image2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33" Type="http://schemas.openxmlformats.org/officeDocument/2006/relationships/image" Target="../media/image32.sv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59" Type="http://schemas.openxmlformats.org/officeDocument/2006/relationships/image" Target="../media/image58.svg"/><Relationship Id="rId67" Type="http://schemas.openxmlformats.org/officeDocument/2006/relationships/image" Target="../media/image66.svg"/><Relationship Id="rId20" Type="http://schemas.openxmlformats.org/officeDocument/2006/relationships/image" Target="../media/image19.png"/><Relationship Id="rId41" Type="http://schemas.openxmlformats.org/officeDocument/2006/relationships/image" Target="../media/image40.svg"/><Relationship Id="rId54" Type="http://schemas.openxmlformats.org/officeDocument/2006/relationships/image" Target="../media/image53.png"/><Relationship Id="rId62" Type="http://schemas.openxmlformats.org/officeDocument/2006/relationships/image" Target="../media/image61.png"/><Relationship Id="rId70" Type="http://schemas.openxmlformats.org/officeDocument/2006/relationships/image" Target="../media/image69.png"/><Relationship Id="rId75" Type="http://schemas.openxmlformats.org/officeDocument/2006/relationships/image" Target="../media/image74.svg"/><Relationship Id="rId83" Type="http://schemas.openxmlformats.org/officeDocument/2006/relationships/image" Target="../media/image8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svg"/><Relationship Id="rId57" Type="http://schemas.openxmlformats.org/officeDocument/2006/relationships/image" Target="../media/image56.svg"/><Relationship Id="rId10" Type="http://schemas.openxmlformats.org/officeDocument/2006/relationships/image" Target="../media/image9.png"/><Relationship Id="rId31" Type="http://schemas.openxmlformats.org/officeDocument/2006/relationships/image" Target="../media/image30.svg"/><Relationship Id="rId44" Type="http://schemas.openxmlformats.org/officeDocument/2006/relationships/image" Target="../media/image43.png"/><Relationship Id="rId52" Type="http://schemas.openxmlformats.org/officeDocument/2006/relationships/image" Target="../media/image51.png"/><Relationship Id="rId60" Type="http://schemas.openxmlformats.org/officeDocument/2006/relationships/image" Target="../media/image59.png"/><Relationship Id="rId65" Type="http://schemas.openxmlformats.org/officeDocument/2006/relationships/image" Target="../media/image64.svg"/><Relationship Id="rId73" Type="http://schemas.openxmlformats.org/officeDocument/2006/relationships/image" Target="../media/image72.svg"/><Relationship Id="rId78" Type="http://schemas.openxmlformats.org/officeDocument/2006/relationships/image" Target="../media/image77.png"/><Relationship Id="rId81" Type="http://schemas.openxmlformats.org/officeDocument/2006/relationships/image" Target="../media/image80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9" Type="http://schemas.openxmlformats.org/officeDocument/2006/relationships/image" Target="../media/image38.svg"/><Relationship Id="rId34" Type="http://schemas.openxmlformats.org/officeDocument/2006/relationships/image" Target="../media/image33.png"/><Relationship Id="rId50" Type="http://schemas.openxmlformats.org/officeDocument/2006/relationships/image" Target="../media/image49.png"/><Relationship Id="rId55" Type="http://schemas.openxmlformats.org/officeDocument/2006/relationships/image" Target="../media/image54.svg"/><Relationship Id="rId76" Type="http://schemas.openxmlformats.org/officeDocument/2006/relationships/image" Target="../media/image75.png"/><Relationship Id="rId7" Type="http://schemas.openxmlformats.org/officeDocument/2006/relationships/image" Target="../media/image6.svg"/><Relationship Id="rId71" Type="http://schemas.openxmlformats.org/officeDocument/2006/relationships/image" Target="../media/image70.svg"/><Relationship Id="rId2" Type="http://schemas.openxmlformats.org/officeDocument/2006/relationships/image" Target="../media/image1.png"/><Relationship Id="rId29" Type="http://schemas.openxmlformats.org/officeDocument/2006/relationships/image" Target="../media/image28.svg"/><Relationship Id="rId24" Type="http://schemas.openxmlformats.org/officeDocument/2006/relationships/image" Target="../media/image23.png"/><Relationship Id="rId40" Type="http://schemas.openxmlformats.org/officeDocument/2006/relationships/image" Target="../media/image39.png"/><Relationship Id="rId45" Type="http://schemas.openxmlformats.org/officeDocument/2006/relationships/image" Target="../media/image44.svg"/><Relationship Id="rId66" Type="http://schemas.openxmlformats.org/officeDocument/2006/relationships/image" Target="../media/image6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5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90.sv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5" Type="http://schemas.openxmlformats.org/officeDocument/2006/relationships/image" Target="../media/image88.svg"/><Relationship Id="rId4" Type="http://schemas.openxmlformats.org/officeDocument/2006/relationships/image" Target="../media/image87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90.sv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5" Type="http://schemas.openxmlformats.org/officeDocument/2006/relationships/image" Target="../media/image88.svg"/><Relationship Id="rId4" Type="http://schemas.openxmlformats.org/officeDocument/2006/relationships/image" Target="../media/image8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svg"/><Relationship Id="rId3" Type="http://schemas.openxmlformats.org/officeDocument/2006/relationships/image" Target="../media/image7.png"/><Relationship Id="rId7" Type="http://schemas.openxmlformats.org/officeDocument/2006/relationships/image" Target="../media/image63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svg"/><Relationship Id="rId3" Type="http://schemas.openxmlformats.org/officeDocument/2006/relationships/image" Target="../media/image7.png"/><Relationship Id="rId7" Type="http://schemas.openxmlformats.org/officeDocument/2006/relationships/image" Target="../media/image63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8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 descr="Single gear with solid fill">
            <a:extLst>
              <a:ext uri="{FF2B5EF4-FFF2-40B4-BE49-F238E27FC236}">
                <a16:creationId xmlns:a16="http://schemas.microsoft.com/office/drawing/2014/main" id="{6EFC7A29-B2AA-158F-5FB4-AEB0EA1194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8517" y="5459267"/>
            <a:ext cx="914400" cy="914400"/>
          </a:xfrm>
          <a:prstGeom prst="rect">
            <a:avLst/>
          </a:prstGeom>
        </p:spPr>
      </p:pic>
      <p:pic>
        <p:nvPicPr>
          <p:cNvPr id="8" name="Graphic 7" descr="Home with solid fill">
            <a:extLst>
              <a:ext uri="{FF2B5EF4-FFF2-40B4-BE49-F238E27FC236}">
                <a16:creationId xmlns:a16="http://schemas.microsoft.com/office/drawing/2014/main" id="{ABA3AC5E-0465-88AB-3937-CD058D1481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2235" y="0"/>
            <a:ext cx="914400" cy="914400"/>
          </a:xfrm>
          <a:prstGeom prst="rect">
            <a:avLst/>
          </a:prstGeom>
        </p:spPr>
      </p:pic>
      <p:pic>
        <p:nvPicPr>
          <p:cNvPr id="10" name="Graphic 9" descr="Clock with solid fill">
            <a:extLst>
              <a:ext uri="{FF2B5EF4-FFF2-40B4-BE49-F238E27FC236}">
                <a16:creationId xmlns:a16="http://schemas.microsoft.com/office/drawing/2014/main" id="{F2E5E155-FCD3-50E0-3860-BF2572841B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1" y="4573587"/>
            <a:ext cx="914400" cy="914400"/>
          </a:xfrm>
          <a:prstGeom prst="rect">
            <a:avLst/>
          </a:prstGeom>
        </p:spPr>
      </p:pic>
      <p:pic>
        <p:nvPicPr>
          <p:cNvPr id="12" name="Graphic 11" descr="User with solid fill">
            <a:extLst>
              <a:ext uri="{FF2B5EF4-FFF2-40B4-BE49-F238E27FC236}">
                <a16:creationId xmlns:a16="http://schemas.microsoft.com/office/drawing/2014/main" id="{7143C16E-1C3A-66C4-1FF1-3BFD4386AD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41408" y="79112"/>
            <a:ext cx="914400" cy="914400"/>
          </a:xfrm>
          <a:prstGeom prst="rect">
            <a:avLst/>
          </a:prstGeom>
        </p:spPr>
      </p:pic>
      <p:pic>
        <p:nvPicPr>
          <p:cNvPr id="14" name="Graphic 13" descr="Gears with solid fill">
            <a:extLst>
              <a:ext uri="{FF2B5EF4-FFF2-40B4-BE49-F238E27FC236}">
                <a16:creationId xmlns:a16="http://schemas.microsoft.com/office/drawing/2014/main" id="{932C7285-FAF6-8556-8F48-48616107218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2710" y="5471216"/>
            <a:ext cx="914400" cy="914400"/>
          </a:xfrm>
          <a:prstGeom prst="rect">
            <a:avLst/>
          </a:prstGeom>
        </p:spPr>
      </p:pic>
      <p:pic>
        <p:nvPicPr>
          <p:cNvPr id="18" name="Graphic 17" descr="Checkmark with solid fill">
            <a:extLst>
              <a:ext uri="{FF2B5EF4-FFF2-40B4-BE49-F238E27FC236}">
                <a16:creationId xmlns:a16="http://schemas.microsoft.com/office/drawing/2014/main" id="{3ADF8769-24A9-CFD8-5EEE-2A54F4345C4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506163" y="5459267"/>
            <a:ext cx="914400" cy="914400"/>
          </a:xfrm>
          <a:prstGeom prst="rect">
            <a:avLst/>
          </a:prstGeom>
        </p:spPr>
      </p:pic>
      <p:pic>
        <p:nvPicPr>
          <p:cNvPr id="20" name="Graphic 19" descr="Close with solid fill">
            <a:extLst>
              <a:ext uri="{FF2B5EF4-FFF2-40B4-BE49-F238E27FC236}">
                <a16:creationId xmlns:a16="http://schemas.microsoft.com/office/drawing/2014/main" id="{976774A0-93A6-87E3-BE8E-ACACED5F9D4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402861" y="4559950"/>
            <a:ext cx="914400" cy="914400"/>
          </a:xfrm>
          <a:prstGeom prst="rect">
            <a:avLst/>
          </a:prstGeom>
        </p:spPr>
      </p:pic>
      <p:pic>
        <p:nvPicPr>
          <p:cNvPr id="22" name="Graphic 21" descr="Bar chart with solid fill">
            <a:extLst>
              <a:ext uri="{FF2B5EF4-FFF2-40B4-BE49-F238E27FC236}">
                <a16:creationId xmlns:a16="http://schemas.microsoft.com/office/drawing/2014/main" id="{09F9E03C-3433-8615-D824-25202EFFB64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32235" y="1819884"/>
            <a:ext cx="914400" cy="914400"/>
          </a:xfrm>
          <a:prstGeom prst="rect">
            <a:avLst/>
          </a:prstGeom>
        </p:spPr>
      </p:pic>
      <p:pic>
        <p:nvPicPr>
          <p:cNvPr id="24" name="Graphic 23" descr="Hourglass Finished with solid fill">
            <a:extLst>
              <a:ext uri="{FF2B5EF4-FFF2-40B4-BE49-F238E27FC236}">
                <a16:creationId xmlns:a16="http://schemas.microsoft.com/office/drawing/2014/main" id="{5AB45525-CE31-CC31-EEA1-7FD2E02E008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531076" y="2782887"/>
            <a:ext cx="914400" cy="914400"/>
          </a:xfrm>
          <a:prstGeom prst="rect">
            <a:avLst/>
          </a:prstGeom>
        </p:spPr>
      </p:pic>
      <p:pic>
        <p:nvPicPr>
          <p:cNvPr id="26" name="Graphic 25" descr="Line arrow: Rotate right with solid fill">
            <a:extLst>
              <a:ext uri="{FF2B5EF4-FFF2-40B4-BE49-F238E27FC236}">
                <a16:creationId xmlns:a16="http://schemas.microsoft.com/office/drawing/2014/main" id="{F4E280ED-7777-94D5-E288-8AE5A3E9A4C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391762" y="1831833"/>
            <a:ext cx="914400" cy="914400"/>
          </a:xfrm>
          <a:prstGeom prst="rect">
            <a:avLst/>
          </a:prstGeom>
        </p:spPr>
      </p:pic>
      <p:pic>
        <p:nvPicPr>
          <p:cNvPr id="28" name="Graphic 27" descr="Line arrow: Rotate left with solid fill">
            <a:extLst>
              <a:ext uri="{FF2B5EF4-FFF2-40B4-BE49-F238E27FC236}">
                <a16:creationId xmlns:a16="http://schemas.microsoft.com/office/drawing/2014/main" id="{2552EAD3-9743-5393-7C7A-540DF1F8899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279490" y="905484"/>
            <a:ext cx="914400" cy="914400"/>
          </a:xfrm>
          <a:prstGeom prst="rect">
            <a:avLst/>
          </a:prstGeom>
        </p:spPr>
      </p:pic>
      <p:pic>
        <p:nvPicPr>
          <p:cNvPr id="30" name="Graphic 29" descr="No sign with solid fill">
            <a:extLst>
              <a:ext uri="{FF2B5EF4-FFF2-40B4-BE49-F238E27FC236}">
                <a16:creationId xmlns:a16="http://schemas.microsoft.com/office/drawing/2014/main" id="{AF045DCA-F8E3-59F9-7F39-811DD7E1F2A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392524" y="2746233"/>
            <a:ext cx="914400" cy="914400"/>
          </a:xfrm>
          <a:prstGeom prst="rect">
            <a:avLst/>
          </a:prstGeom>
        </p:spPr>
      </p:pic>
      <p:pic>
        <p:nvPicPr>
          <p:cNvPr id="32" name="Graphic 31" descr="Magnifying glass with solid fill">
            <a:extLst>
              <a:ext uri="{FF2B5EF4-FFF2-40B4-BE49-F238E27FC236}">
                <a16:creationId xmlns:a16="http://schemas.microsoft.com/office/drawing/2014/main" id="{C82C2F35-34A2-D628-2C16-E0E6974714D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228517" y="962211"/>
            <a:ext cx="914400" cy="914400"/>
          </a:xfrm>
          <a:prstGeom prst="rect">
            <a:avLst/>
          </a:prstGeom>
        </p:spPr>
      </p:pic>
      <p:pic>
        <p:nvPicPr>
          <p:cNvPr id="34" name="Graphic 33" descr="Receiver with solid fill">
            <a:extLst>
              <a:ext uri="{FF2B5EF4-FFF2-40B4-BE49-F238E27FC236}">
                <a16:creationId xmlns:a16="http://schemas.microsoft.com/office/drawing/2014/main" id="{A608B412-F064-A469-463C-B941F998E18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664682" y="79112"/>
            <a:ext cx="914400" cy="914400"/>
          </a:xfrm>
          <a:prstGeom prst="rect">
            <a:avLst/>
          </a:prstGeom>
        </p:spPr>
      </p:pic>
      <p:pic>
        <p:nvPicPr>
          <p:cNvPr id="36" name="Graphic 35" descr="Warning with solid fill">
            <a:extLst>
              <a:ext uri="{FF2B5EF4-FFF2-40B4-BE49-F238E27FC236}">
                <a16:creationId xmlns:a16="http://schemas.microsoft.com/office/drawing/2014/main" id="{3F9C94EB-E2AA-633B-1408-EBE5F106CEF6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199046" y="4573587"/>
            <a:ext cx="914400" cy="914400"/>
          </a:xfrm>
          <a:prstGeom prst="rect">
            <a:avLst/>
          </a:prstGeom>
        </p:spPr>
      </p:pic>
      <p:pic>
        <p:nvPicPr>
          <p:cNvPr id="38" name="Graphic 37" descr="Large paint brush with solid fill">
            <a:extLst>
              <a:ext uri="{FF2B5EF4-FFF2-40B4-BE49-F238E27FC236}">
                <a16:creationId xmlns:a16="http://schemas.microsoft.com/office/drawing/2014/main" id="{20B624FE-3C31-212D-D7A4-146D7D4E984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888721" y="1907912"/>
            <a:ext cx="914400" cy="914400"/>
          </a:xfrm>
          <a:prstGeom prst="rect">
            <a:avLst/>
          </a:prstGeom>
        </p:spPr>
      </p:pic>
      <p:pic>
        <p:nvPicPr>
          <p:cNvPr id="40" name="Graphic 39" descr="List with solid fill">
            <a:extLst>
              <a:ext uri="{FF2B5EF4-FFF2-40B4-BE49-F238E27FC236}">
                <a16:creationId xmlns:a16="http://schemas.microsoft.com/office/drawing/2014/main" id="{A9E8C145-D08F-3FA4-319E-7632D1096235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26206" y="3645550"/>
            <a:ext cx="914400" cy="914400"/>
          </a:xfrm>
          <a:prstGeom prst="rect">
            <a:avLst/>
          </a:prstGeom>
        </p:spPr>
      </p:pic>
      <p:pic>
        <p:nvPicPr>
          <p:cNvPr id="42" name="Graphic 41" descr="Pencil with solid fill">
            <a:extLst>
              <a:ext uri="{FF2B5EF4-FFF2-40B4-BE49-F238E27FC236}">
                <a16:creationId xmlns:a16="http://schemas.microsoft.com/office/drawing/2014/main" id="{04B65167-158B-B26C-4AFA-E38DA025A716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888721" y="993512"/>
            <a:ext cx="914400" cy="914400"/>
          </a:xfrm>
          <a:prstGeom prst="rect">
            <a:avLst/>
          </a:prstGeom>
        </p:spPr>
      </p:pic>
      <p:pic>
        <p:nvPicPr>
          <p:cNvPr id="44" name="Graphic 43" descr="Transfer with solid fill">
            <a:extLst>
              <a:ext uri="{FF2B5EF4-FFF2-40B4-BE49-F238E27FC236}">
                <a16:creationId xmlns:a16="http://schemas.microsoft.com/office/drawing/2014/main" id="{0FEC122B-14EB-0842-BBAD-15F0AD871B1E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 rot="5400000">
            <a:off x="1234075" y="1889124"/>
            <a:ext cx="914400" cy="914400"/>
          </a:xfrm>
          <a:prstGeom prst="rect">
            <a:avLst/>
          </a:prstGeom>
        </p:spPr>
      </p:pic>
      <p:pic>
        <p:nvPicPr>
          <p:cNvPr id="46" name="Graphic 45" descr="Exclamation mark with solid fill">
            <a:extLst>
              <a:ext uri="{FF2B5EF4-FFF2-40B4-BE49-F238E27FC236}">
                <a16:creationId xmlns:a16="http://schemas.microsoft.com/office/drawing/2014/main" id="{F231D732-A0BC-6AC5-0131-3AF88DEDB2D7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2369252" y="3638009"/>
            <a:ext cx="914400" cy="914400"/>
          </a:xfrm>
          <a:prstGeom prst="rect">
            <a:avLst/>
          </a:prstGeom>
        </p:spPr>
      </p:pic>
      <p:pic>
        <p:nvPicPr>
          <p:cNvPr id="48" name="Graphic 47" descr="Fingerprint with solid fill">
            <a:extLst>
              <a:ext uri="{FF2B5EF4-FFF2-40B4-BE49-F238E27FC236}">
                <a16:creationId xmlns:a16="http://schemas.microsoft.com/office/drawing/2014/main" id="{D563381F-95DB-0B18-5FC2-14CA5B29CABC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2372831" y="10575"/>
            <a:ext cx="914400" cy="914400"/>
          </a:xfrm>
          <a:prstGeom prst="rect">
            <a:avLst/>
          </a:prstGeom>
        </p:spPr>
      </p:pic>
      <p:pic>
        <p:nvPicPr>
          <p:cNvPr id="50" name="Graphic 49" descr="Question mark with solid fill">
            <a:extLst>
              <a:ext uri="{FF2B5EF4-FFF2-40B4-BE49-F238E27FC236}">
                <a16:creationId xmlns:a16="http://schemas.microsoft.com/office/drawing/2014/main" id="{73641EEA-C667-4635-777E-81C1859F712C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194253" y="3631264"/>
            <a:ext cx="914400" cy="914400"/>
          </a:xfrm>
          <a:prstGeom prst="rect">
            <a:avLst/>
          </a:prstGeom>
        </p:spPr>
      </p:pic>
      <p:pic>
        <p:nvPicPr>
          <p:cNvPr id="52" name="Graphic 51" descr="Right pointing backhand index with solid fill">
            <a:extLst>
              <a:ext uri="{FF2B5EF4-FFF2-40B4-BE49-F238E27FC236}">
                <a16:creationId xmlns:a16="http://schemas.microsoft.com/office/drawing/2014/main" id="{2A889F1E-C7EB-54C7-0278-A3C93EAF6899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 rot="16200000">
            <a:off x="3447525" y="3676651"/>
            <a:ext cx="914400" cy="914400"/>
          </a:xfrm>
          <a:prstGeom prst="rect">
            <a:avLst/>
          </a:prstGeom>
        </p:spPr>
      </p:pic>
      <p:pic>
        <p:nvPicPr>
          <p:cNvPr id="54" name="Graphic 53" descr="Thumbs up sign with solid fill">
            <a:extLst>
              <a:ext uri="{FF2B5EF4-FFF2-40B4-BE49-F238E27FC236}">
                <a16:creationId xmlns:a16="http://schemas.microsoft.com/office/drawing/2014/main" id="{F5712C6E-0CEE-5CE5-7750-430550353C7E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3514877" y="5446173"/>
            <a:ext cx="914400" cy="914400"/>
          </a:xfrm>
          <a:prstGeom prst="rect">
            <a:avLst/>
          </a:prstGeom>
        </p:spPr>
      </p:pic>
      <p:pic>
        <p:nvPicPr>
          <p:cNvPr id="56" name="Graphic 55" descr="Users with solid fill">
            <a:extLst>
              <a:ext uri="{FF2B5EF4-FFF2-40B4-BE49-F238E27FC236}">
                <a16:creationId xmlns:a16="http://schemas.microsoft.com/office/drawing/2014/main" id="{662A93D7-C6FC-E1F6-275C-CFA8B9A4CD6C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122710" y="2716129"/>
            <a:ext cx="914400" cy="914400"/>
          </a:xfrm>
          <a:prstGeom prst="rect">
            <a:avLst/>
          </a:prstGeom>
        </p:spPr>
      </p:pic>
      <p:pic>
        <p:nvPicPr>
          <p:cNvPr id="58" name="Graphic 57" descr="Map with pin with solid fill">
            <a:extLst>
              <a:ext uri="{FF2B5EF4-FFF2-40B4-BE49-F238E27FC236}">
                <a16:creationId xmlns:a16="http://schemas.microsoft.com/office/drawing/2014/main" id="{F413F918-AF2E-8214-00F0-FF650F043529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122710" y="911428"/>
            <a:ext cx="914400" cy="914400"/>
          </a:xfrm>
          <a:prstGeom prst="rect">
            <a:avLst/>
          </a:prstGeom>
        </p:spPr>
      </p:pic>
      <p:pic>
        <p:nvPicPr>
          <p:cNvPr id="60" name="Graphic 59" descr="Diamond with solid fill">
            <a:extLst>
              <a:ext uri="{FF2B5EF4-FFF2-40B4-BE49-F238E27FC236}">
                <a16:creationId xmlns:a16="http://schemas.microsoft.com/office/drawing/2014/main" id="{6734F0DE-14AF-C14A-153C-BE8E90D7A0A7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1263198" y="0"/>
            <a:ext cx="914400" cy="914400"/>
          </a:xfrm>
          <a:prstGeom prst="rect">
            <a:avLst/>
          </a:prstGeom>
        </p:spPr>
      </p:pic>
      <p:pic>
        <p:nvPicPr>
          <p:cNvPr id="62" name="Graphic 61" descr="Chat with solid fill">
            <a:extLst>
              <a:ext uri="{FF2B5EF4-FFF2-40B4-BE49-F238E27FC236}">
                <a16:creationId xmlns:a16="http://schemas.microsoft.com/office/drawing/2014/main" id="{72BB4C7D-26A4-9169-E2FD-63A62B69A9A6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1170981" y="2815966"/>
            <a:ext cx="914400" cy="914400"/>
          </a:xfrm>
          <a:prstGeom prst="rect">
            <a:avLst/>
          </a:prstGeom>
        </p:spPr>
      </p:pic>
      <p:pic>
        <p:nvPicPr>
          <p:cNvPr id="64" name="Graphic 63" descr="Send with solid fill">
            <a:extLst>
              <a:ext uri="{FF2B5EF4-FFF2-40B4-BE49-F238E27FC236}">
                <a16:creationId xmlns:a16="http://schemas.microsoft.com/office/drawing/2014/main" id="{4E527DE7-272B-0170-00A5-E0C2AFF85A0A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4664682" y="962211"/>
            <a:ext cx="914400" cy="914400"/>
          </a:xfrm>
          <a:prstGeom prst="rect">
            <a:avLst/>
          </a:prstGeom>
        </p:spPr>
      </p:pic>
      <p:pic>
        <p:nvPicPr>
          <p:cNvPr id="66" name="Graphic 65" descr="Closed book with solid fill">
            <a:extLst>
              <a:ext uri="{FF2B5EF4-FFF2-40B4-BE49-F238E27FC236}">
                <a16:creationId xmlns:a16="http://schemas.microsoft.com/office/drawing/2014/main" id="{C5218E86-F3AA-73B8-EE01-4F635A91D5B2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3482464" y="47811"/>
            <a:ext cx="914400" cy="914400"/>
          </a:xfrm>
          <a:prstGeom prst="rect">
            <a:avLst/>
          </a:prstGeom>
        </p:spPr>
      </p:pic>
      <p:pic>
        <p:nvPicPr>
          <p:cNvPr id="68" name="Graphic 67" descr="Cursor with solid fill">
            <a:extLst>
              <a:ext uri="{FF2B5EF4-FFF2-40B4-BE49-F238E27FC236}">
                <a16:creationId xmlns:a16="http://schemas.microsoft.com/office/drawing/2014/main" id="{54F7E6E8-2533-3058-0EE4-7F1C09AF6368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3490205" y="1889124"/>
            <a:ext cx="914400" cy="914400"/>
          </a:xfrm>
          <a:prstGeom prst="rect">
            <a:avLst/>
          </a:prstGeom>
        </p:spPr>
      </p:pic>
      <p:pic>
        <p:nvPicPr>
          <p:cNvPr id="70" name="Graphic 69" descr="Daily calendar with solid fill">
            <a:extLst>
              <a:ext uri="{FF2B5EF4-FFF2-40B4-BE49-F238E27FC236}">
                <a16:creationId xmlns:a16="http://schemas.microsoft.com/office/drawing/2014/main" id="{44A7747C-1526-0B40-2116-1E1E18528C27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3474620" y="934299"/>
            <a:ext cx="914400" cy="914400"/>
          </a:xfrm>
          <a:prstGeom prst="rect">
            <a:avLst/>
          </a:prstGeom>
        </p:spPr>
      </p:pic>
      <p:pic>
        <p:nvPicPr>
          <p:cNvPr id="72" name="Graphic 71" descr="Employee badge with solid fill">
            <a:extLst>
              <a:ext uri="{FF2B5EF4-FFF2-40B4-BE49-F238E27FC236}">
                <a16:creationId xmlns:a16="http://schemas.microsoft.com/office/drawing/2014/main" id="{62DF6093-1CE6-2BF0-6B37-DFE88B9463EC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4657035" y="5446173"/>
            <a:ext cx="914400" cy="914400"/>
          </a:xfrm>
          <a:prstGeom prst="rect">
            <a:avLst/>
          </a:prstGeom>
        </p:spPr>
      </p:pic>
      <p:pic>
        <p:nvPicPr>
          <p:cNvPr id="74" name="Graphic 73" descr="Eye with solid fill">
            <a:extLst>
              <a:ext uri="{FF2B5EF4-FFF2-40B4-BE49-F238E27FC236}">
                <a16:creationId xmlns:a16="http://schemas.microsoft.com/office/drawing/2014/main" id="{B1EF516C-1FCB-447E-0A78-C6E40EA84AFF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4661757" y="2771888"/>
            <a:ext cx="914400" cy="914400"/>
          </a:xfrm>
          <a:prstGeom prst="rect">
            <a:avLst/>
          </a:prstGeom>
        </p:spPr>
      </p:pic>
      <p:pic>
        <p:nvPicPr>
          <p:cNvPr id="76" name="Graphic 75" descr="Lightbulb with solid fill">
            <a:extLst>
              <a:ext uri="{FF2B5EF4-FFF2-40B4-BE49-F238E27FC236}">
                <a16:creationId xmlns:a16="http://schemas.microsoft.com/office/drawing/2014/main" id="{DAE4D1B5-DA67-71C0-13C7-8BD843EA6454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5888721" y="2822312"/>
            <a:ext cx="914400" cy="914400"/>
          </a:xfrm>
          <a:prstGeom prst="rect">
            <a:avLst/>
          </a:prstGeom>
        </p:spPr>
      </p:pic>
      <p:pic>
        <p:nvPicPr>
          <p:cNvPr id="80" name="Graphic 79" descr="Marker with solid fill">
            <a:extLst>
              <a:ext uri="{FF2B5EF4-FFF2-40B4-BE49-F238E27FC236}">
                <a16:creationId xmlns:a16="http://schemas.microsoft.com/office/drawing/2014/main" id="{511B5D5B-BCF2-B10E-4F2E-A81B475F31D3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4650818" y="3627830"/>
            <a:ext cx="914400" cy="914400"/>
          </a:xfrm>
          <a:prstGeom prst="rect">
            <a:avLst/>
          </a:prstGeom>
        </p:spPr>
      </p:pic>
      <p:pic>
        <p:nvPicPr>
          <p:cNvPr id="82" name="Graphic 81" descr="Star with solid fill">
            <a:extLst>
              <a:ext uri="{FF2B5EF4-FFF2-40B4-BE49-F238E27FC236}">
                <a16:creationId xmlns:a16="http://schemas.microsoft.com/office/drawing/2014/main" id="{809A5627-B8C6-8753-BD06-5420166F27D9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3467720" y="4552409"/>
            <a:ext cx="914400" cy="914400"/>
          </a:xfrm>
          <a:prstGeom prst="rect">
            <a:avLst/>
          </a:prstGeom>
        </p:spPr>
      </p:pic>
      <p:pic>
        <p:nvPicPr>
          <p:cNvPr id="84" name="Graphic 83" descr="Sun with solid fill">
            <a:extLst>
              <a:ext uri="{FF2B5EF4-FFF2-40B4-BE49-F238E27FC236}">
                <a16:creationId xmlns:a16="http://schemas.microsoft.com/office/drawing/2014/main" id="{074813BD-0676-9A4F-3418-C87649ABFEB9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4657035" y="4594374"/>
            <a:ext cx="914400" cy="914400"/>
          </a:xfrm>
          <a:prstGeom prst="rect">
            <a:avLst/>
          </a:prstGeom>
        </p:spPr>
      </p:pic>
      <p:pic>
        <p:nvPicPr>
          <p:cNvPr id="86" name="Graphic 85" descr="Blind with solid fill">
            <a:extLst>
              <a:ext uri="{FF2B5EF4-FFF2-40B4-BE49-F238E27FC236}">
                <a16:creationId xmlns:a16="http://schemas.microsoft.com/office/drawing/2014/main" id="{B0138518-A1FB-DC16-5E52-0C82AEA179EF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4667940" y="1907912"/>
            <a:ext cx="914400" cy="914400"/>
          </a:xfrm>
          <a:prstGeom prst="rect">
            <a:avLst/>
          </a:prstGeom>
        </p:spPr>
      </p:pic>
      <p:pic>
        <p:nvPicPr>
          <p:cNvPr id="88" name="Graphic 87" descr="Clipboard with solid fill">
            <a:extLst>
              <a:ext uri="{FF2B5EF4-FFF2-40B4-BE49-F238E27FC236}">
                <a16:creationId xmlns:a16="http://schemas.microsoft.com/office/drawing/2014/main" id="{4B3F8674-9663-64FD-798A-693AD36A3767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5883221" y="3697287"/>
            <a:ext cx="914400" cy="914400"/>
          </a:xfrm>
          <a:prstGeom prst="rect">
            <a:avLst/>
          </a:prstGeom>
        </p:spPr>
      </p:pic>
      <p:pic>
        <p:nvPicPr>
          <p:cNvPr id="90" name="Graphic 89" descr="Envelope with solid fill">
            <a:extLst>
              <a:ext uri="{FF2B5EF4-FFF2-40B4-BE49-F238E27FC236}">
                <a16:creationId xmlns:a16="http://schemas.microsoft.com/office/drawing/2014/main" id="{2DE93D33-B647-868A-D64A-7678734B3F7B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5883427" y="465111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658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A7309F-DF81-DC2A-88D9-5DF667DC01FC}"/>
              </a:ext>
            </a:extLst>
          </p:cNvPr>
          <p:cNvSpPr/>
          <p:nvPr/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20" name="Picture 19" descr="A blue and white logo&#10;&#10;AI-generated content may be incorrect.">
            <a:extLst>
              <a:ext uri="{FF2B5EF4-FFF2-40B4-BE49-F238E27FC236}">
                <a16:creationId xmlns:a16="http://schemas.microsoft.com/office/drawing/2014/main" id="{243C5C59-7D62-11D1-1A1E-389D7245FA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627" y="1725912"/>
            <a:ext cx="2322777" cy="2322777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86C868B-BA2A-AA3A-3A81-BE1D025D3A19}"/>
              </a:ext>
            </a:extLst>
          </p:cNvPr>
          <p:cNvSpPr/>
          <p:nvPr/>
        </p:nvSpPr>
        <p:spPr>
          <a:xfrm>
            <a:off x="3309873" y="1819249"/>
            <a:ext cx="2136107" cy="2136107"/>
          </a:xfrm>
          <a:prstGeom prst="roundRect">
            <a:avLst>
              <a:gd name="adj" fmla="val 27701"/>
            </a:avLst>
          </a:prstGeom>
          <a:gradFill flip="none" rotWithShape="1">
            <a:gsLst>
              <a:gs pos="20000">
                <a:schemeClr val="accent4">
                  <a:lumMod val="75000"/>
                </a:schemeClr>
              </a:gs>
              <a:gs pos="100000">
                <a:schemeClr val="bg1"/>
              </a:gs>
            </a:gsLst>
            <a:path path="circle">
              <a:fillToRect r="100000" b="100000"/>
            </a:path>
            <a:tileRect l="-100000" t="-100000"/>
          </a:gradFill>
          <a:ln w="190500">
            <a:gradFill flip="none" rotWithShape="1">
              <a:gsLst>
                <a:gs pos="20000">
                  <a:schemeClr val="accent4">
                    <a:lumMod val="75000"/>
                  </a:schemeClr>
                </a:gs>
                <a:gs pos="100000">
                  <a:schemeClr val="bg1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6600" b="1" dirty="0">
              <a:gradFill flip="none" rotWithShape="1">
                <a:gsLst>
                  <a:gs pos="0">
                    <a:schemeClr val="accent4">
                      <a:lumMod val="20000"/>
                      <a:lumOff val="80000"/>
                    </a:schemeClr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atin typeface="+mj-lt"/>
            </a:endParaRPr>
          </a:p>
        </p:txBody>
      </p:sp>
      <p:pic>
        <p:nvPicPr>
          <p:cNvPr id="3" name="Picture 2" descr="A blue and white logo&#10;&#10;AI-generated content may be incorrect.">
            <a:extLst>
              <a:ext uri="{FF2B5EF4-FFF2-40B4-BE49-F238E27FC236}">
                <a16:creationId xmlns:a16="http://schemas.microsoft.com/office/drawing/2014/main" id="{6D4AD966-4125-B135-3309-719461C6CE6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alphaModFix amt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4309" b="78356" l="27452" r="72520">
                        <a14:foregroundMark x1="34094" y1="52439" x2="39054" y2="69569"/>
                        <a14:foregroundMark x1="39054" y1="69569" x2="39852" y2="70214"/>
                        <a14:foregroundMark x1="69014" y1="54414" x2="63084" y2="72189"/>
                        <a14:foregroundMark x1="43700" y1="29464" x2="58181" y2="27449"/>
                        <a14:foregroundMark x1="58181" y1="27449" x2="58552" y2="28456"/>
                        <a14:foregroundMark x1="31100" y1="54897" x2="39139" y2="71181"/>
                        <a14:foregroundMark x1="39139" y1="71181" x2="39139" y2="71181"/>
                        <a14:foregroundMark x1="48404" y1="17574" x2="44213" y2="24264"/>
                        <a14:foregroundMark x1="30245" y1="54131" x2="40279" y2="72471"/>
                        <a14:foregroundMark x1="40279" y1="72471" x2="34236" y2="52358"/>
                        <a14:foregroundMark x1="34236" y1="52358" x2="30758" y2="54131"/>
                        <a14:foregroundMark x1="29361" y1="63523" x2="42389" y2="70979"/>
                        <a14:foregroundMark x1="42389" y1="70979" x2="43871" y2="70214"/>
                        <a14:foregroundMark x1="69726" y1="52680" x2="67987" y2="72914"/>
                        <a14:foregroundMark x1="67987" y1="72914" x2="60804" y2="75655"/>
                        <a14:foregroundMark x1="48062" y1="19307" x2="41591" y2="27973"/>
                        <a14:foregroundMark x1="40194" y1="34865" x2="50684" y2="27973"/>
                        <a14:foregroundMark x1="40365" y1="24023" x2="48062" y2="16848"/>
                        <a14:foregroundMark x1="50513" y1="16606" x2="58181" y2="27449"/>
                        <a14:foregroundMark x1="47719" y1="16848" x2="50342" y2="14389"/>
                        <a14:foregroundMark x1="65707" y1="50705" x2="66933" y2="64530"/>
                        <a14:foregroundMark x1="71465" y1="52922" x2="71123" y2="66264"/>
                        <a14:foregroundMark x1="65194" y1="48972" x2="64481" y2="65014"/>
                        <a14:foregroundMark x1="63797" y1="45748" x2="72520" y2="65699"/>
                        <a14:foregroundMark x1="72520" y1="65699" x2="72520" y2="68239"/>
                        <a14:foregroundMark x1="27452" y1="52156" x2="30074" y2="69972"/>
                        <a14:foregroundMark x1="36887" y1="76864" x2="38626" y2="76864"/>
                        <a14:foregroundMark x1="61859" y1="77630" x2="61859" y2="77630"/>
                        <a14:foregroundMark x1="38113" y1="78356" x2="38113" y2="78356"/>
                        <a14:backgroundMark x1="42987" y1="43289" x2="58381" y2="57114"/>
                        <a14:backgroundMark x1="57668" y1="42765" x2="44213" y2="58847"/>
                        <a14:backgroundMark x1="49971" y1="37122" x2="50342" y2="65498"/>
                        <a14:backgroundMark x1="40735" y1="43531" x2="59236" y2="56106"/>
                        <a14:backgroundMark x1="40194" y1="57598" x2="59407" y2="52439"/>
                        <a14:backgroundMark x1="39681" y1="48206" x2="58381" y2="60339"/>
                        <a14:backgroundMark x1="44755" y1="38331" x2="46665" y2="63039"/>
                        <a14:backgroundMark x1="41420" y1="44498" x2="54247" y2="38694"/>
                        <a14:backgroundMark x1="54247" y1="38694" x2="55131" y2="60097"/>
                        <a14:backgroundMark x1="55131" y1="60097" x2="51026" y2="64289"/>
                        <a14:backgroundMark x1="42132" y1="44015" x2="55445" y2="39339"/>
                        <a14:backgroundMark x1="55445" y1="39339" x2="58580" y2="58565"/>
                        <a14:backgroundMark x1="58580" y1="58565" x2="57668" y2="60339"/>
                        <a14:backgroundMark x1="39510" y1="45264" x2="49971" y2="34381"/>
                        <a14:backgroundMark x1="57326" y1="41072" x2="60120" y2="56630"/>
                      </a14:backgroundRemoval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814" t="10697" r="25184" b="20017"/>
          <a:stretch/>
        </p:blipFill>
        <p:spPr>
          <a:xfrm>
            <a:off x="3487451" y="1996827"/>
            <a:ext cx="1780949" cy="17809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5FA664-8FE6-1424-0FEE-31A1AE01697E}"/>
              </a:ext>
            </a:extLst>
          </p:cNvPr>
          <p:cNvSpPr txBox="1"/>
          <p:nvPr/>
        </p:nvSpPr>
        <p:spPr>
          <a:xfrm>
            <a:off x="3641185" y="1563863"/>
            <a:ext cx="1473480" cy="264687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6600" b="1" dirty="0">
                <a:gradFill flip="none" rotWithShape="1">
                  <a:gsLst>
                    <a:gs pos="100000">
                      <a:schemeClr val="bg1">
                        <a:alpha val="90000"/>
                        <a:lumMod val="0"/>
                        <a:lumOff val="100000"/>
                      </a:schemeClr>
                    </a:gs>
                    <a:gs pos="10000">
                      <a:schemeClr val="accent4">
                        <a:lumMod val="0"/>
                        <a:lumOff val="100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blurRad="190500" algn="ctr" rotWithShape="0">
                    <a:schemeClr val="accent4">
                      <a:lumMod val="50000"/>
                      <a:alpha val="40000"/>
                    </a:schemeClr>
                  </a:outerShdw>
                </a:effectLst>
                <a:ea typeface="Compacta" panose="02020500000000000000" pitchFamily="18" charset="0"/>
                <a:cs typeface="Compacta" panose="02020500000000000000" pitchFamily="18" charset="0"/>
              </a:rPr>
              <a:t>P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3072F54-EBBA-43D2-2CB2-17169BEA6E43}"/>
              </a:ext>
            </a:extLst>
          </p:cNvPr>
          <p:cNvSpPr/>
          <p:nvPr/>
        </p:nvSpPr>
        <p:spPr>
          <a:xfrm rot="16200000">
            <a:off x="3404620" y="1913996"/>
            <a:ext cx="1948638" cy="1948638"/>
          </a:xfrm>
          <a:prstGeom prst="roundRect">
            <a:avLst>
              <a:gd name="adj" fmla="val 25415"/>
            </a:avLst>
          </a:prstGeom>
          <a:gradFill>
            <a:gsLst>
              <a:gs pos="100000">
                <a:schemeClr val="bg1">
                  <a:alpha val="90000"/>
                  <a:lumMod val="50000"/>
                  <a:lumOff val="50000"/>
                </a:schemeClr>
              </a:gs>
              <a:gs pos="71000">
                <a:schemeClr val="bg2">
                  <a:lumMod val="90000"/>
                  <a:alpha val="20000"/>
                </a:schemeClr>
              </a:gs>
            </a:gsLst>
            <a:path path="circle">
              <a:fillToRect l="100000" t="100000"/>
            </a:path>
          </a:gradFill>
          <a:ln w="190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6600" b="1" dirty="0">
              <a:gradFill flip="none" rotWithShape="1">
                <a:gsLst>
                  <a:gs pos="0">
                    <a:schemeClr val="accent4">
                      <a:lumMod val="20000"/>
                      <a:lumOff val="80000"/>
                    </a:schemeClr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atin typeface="+mj-lt"/>
            </a:endParaRPr>
          </a:p>
        </p:txBody>
      </p:sp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99923C0C-EABC-C700-A465-8D540FEEF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14" t="10697" r="25184" b="20017"/>
          <a:stretch/>
        </p:blipFill>
        <p:spPr>
          <a:xfrm>
            <a:off x="5911446" y="1332363"/>
            <a:ext cx="1780949" cy="1780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272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723E293-7325-5F62-CCE1-B5EF51D6CBA1}"/>
              </a:ext>
            </a:extLst>
          </p:cNvPr>
          <p:cNvSpPr/>
          <p:nvPr/>
        </p:nvSpPr>
        <p:spPr>
          <a:xfrm>
            <a:off x="3309873" y="1819249"/>
            <a:ext cx="2136107" cy="2136107"/>
          </a:xfrm>
          <a:prstGeom prst="roundRect">
            <a:avLst>
              <a:gd name="adj" fmla="val 27701"/>
            </a:avLst>
          </a:prstGeom>
          <a:gradFill flip="none" rotWithShape="1">
            <a:gsLst>
              <a:gs pos="20000">
                <a:srgbClr val="1488DB">
                  <a:alpha val="70000"/>
                </a:srgbClr>
              </a:gs>
              <a:gs pos="100000">
                <a:schemeClr val="bg1"/>
              </a:gs>
            </a:gsLst>
            <a:path path="circle">
              <a:fillToRect r="100000" b="100000"/>
            </a:path>
            <a:tileRect l="-100000" t="-100000"/>
          </a:gradFill>
          <a:ln w="190500">
            <a:gradFill flip="none" rotWithShape="1">
              <a:gsLst>
                <a:gs pos="60000">
                  <a:srgbClr val="1488DB"/>
                </a:gs>
                <a:gs pos="20000">
                  <a:srgbClr val="032B91"/>
                </a:gs>
                <a:gs pos="100000">
                  <a:schemeClr val="bg1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6600" b="1" dirty="0">
              <a:gradFill flip="none" rotWithShape="1">
                <a:gsLst>
                  <a:gs pos="0">
                    <a:schemeClr val="accent4">
                      <a:lumMod val="20000"/>
                      <a:lumOff val="80000"/>
                    </a:schemeClr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759AEA-EA82-F0A2-4C41-63A52E02EF25}"/>
              </a:ext>
            </a:extLst>
          </p:cNvPr>
          <p:cNvSpPr txBox="1"/>
          <p:nvPr/>
        </p:nvSpPr>
        <p:spPr>
          <a:xfrm>
            <a:off x="5760244" y="2057804"/>
            <a:ext cx="2419252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200" dirty="0">
                <a:gradFill flip="none" rotWithShape="1">
                  <a:gsLst>
                    <a:gs pos="0">
                      <a:srgbClr val="032B91"/>
                    </a:gs>
                    <a:gs pos="100000">
                      <a:srgbClr val="1488DB"/>
                    </a:gs>
                  </a:gsLst>
                  <a:lin ang="5400000" scaled="1"/>
                  <a:tileRect/>
                </a:gradFill>
                <a:latin typeface="Compacta" panose="02020500000000000000" pitchFamily="18" charset="0"/>
                <a:ea typeface="Compacta" panose="02020500000000000000" pitchFamily="18" charset="0"/>
                <a:cs typeface="Compacta" panose="02020500000000000000" pitchFamily="18" charset="0"/>
              </a:rPr>
              <a:t>i</a:t>
            </a:r>
            <a:r>
              <a:rPr lang="en-US" sz="11500" dirty="0">
                <a:solidFill>
                  <a:srgbClr val="032B91"/>
                </a:solidFill>
                <a:latin typeface="Compacta" panose="02020500000000000000" pitchFamily="18" charset="0"/>
                <a:ea typeface="Compacta" panose="02020500000000000000" pitchFamily="18" charset="0"/>
                <a:cs typeface="Compacta" panose="02020500000000000000" pitchFamily="18" charset="0"/>
              </a:rPr>
              <a:t>Park</a:t>
            </a:r>
            <a:endParaRPr lang="en-US" sz="8800" dirty="0">
              <a:solidFill>
                <a:srgbClr val="032B91"/>
              </a:solidFill>
              <a:latin typeface="Compacta" panose="02020500000000000000" pitchFamily="18" charset="0"/>
              <a:ea typeface="Compacta" panose="02020500000000000000" pitchFamily="18" charset="0"/>
              <a:cs typeface="Compacta" panose="02020500000000000000" pitchFamily="18" charset="0"/>
            </a:endParaRPr>
          </a:p>
        </p:txBody>
      </p:sp>
      <p:pic>
        <p:nvPicPr>
          <p:cNvPr id="3" name="Picture 2" descr="A blue and white logo&#10;&#10;AI-generated content may be incorrect.">
            <a:extLst>
              <a:ext uri="{FF2B5EF4-FFF2-40B4-BE49-F238E27FC236}">
                <a16:creationId xmlns:a16="http://schemas.microsoft.com/office/drawing/2014/main" id="{5965F5CB-4B28-D884-5DEA-FB7B1F0898A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14" t="10697" r="25184" b="20017"/>
          <a:stretch/>
        </p:blipFill>
        <p:spPr>
          <a:xfrm>
            <a:off x="3487451" y="1996827"/>
            <a:ext cx="1780949" cy="178094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2879619-367B-B94F-E381-21FA88C41B81}"/>
              </a:ext>
            </a:extLst>
          </p:cNvPr>
          <p:cNvSpPr/>
          <p:nvPr/>
        </p:nvSpPr>
        <p:spPr>
          <a:xfrm rot="16200000">
            <a:off x="3404620" y="1913996"/>
            <a:ext cx="1948638" cy="1948638"/>
          </a:xfrm>
          <a:prstGeom prst="roundRect">
            <a:avLst>
              <a:gd name="adj" fmla="val 25415"/>
            </a:avLst>
          </a:prstGeom>
          <a:gradFill>
            <a:gsLst>
              <a:gs pos="100000">
                <a:schemeClr val="bg1">
                  <a:alpha val="90000"/>
                  <a:lumMod val="50000"/>
                  <a:lumOff val="50000"/>
                </a:schemeClr>
              </a:gs>
              <a:gs pos="71000">
                <a:schemeClr val="bg2">
                  <a:lumMod val="90000"/>
                  <a:alpha val="20000"/>
                </a:schemeClr>
              </a:gs>
            </a:gsLst>
            <a:path path="circle">
              <a:fillToRect l="100000" t="100000"/>
            </a:path>
          </a:gradFill>
          <a:ln w="190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6600" b="1" dirty="0">
              <a:gradFill flip="none" rotWithShape="1">
                <a:gsLst>
                  <a:gs pos="0">
                    <a:schemeClr val="accent4">
                      <a:lumMod val="20000"/>
                      <a:lumOff val="80000"/>
                    </a:schemeClr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4A9200-C8DB-DA2A-786A-6EB540B0C443}"/>
              </a:ext>
            </a:extLst>
          </p:cNvPr>
          <p:cNvSpPr txBox="1"/>
          <p:nvPr/>
        </p:nvSpPr>
        <p:spPr>
          <a:xfrm>
            <a:off x="8037106" y="2015521"/>
            <a:ext cx="60785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rgbClr val="032B91"/>
                </a:solidFill>
                <a:ea typeface="Compacta" panose="02020500000000000000" pitchFamily="18" charset="0"/>
                <a:cs typeface="Compacta" panose="02020500000000000000" pitchFamily="18" charset="0"/>
              </a:rPr>
              <a:t>©</a:t>
            </a:r>
            <a:endParaRPr lang="en-US" sz="4000" b="1" dirty="0">
              <a:solidFill>
                <a:srgbClr val="032B91"/>
              </a:solidFill>
              <a:ea typeface="Compacta" panose="02020500000000000000" pitchFamily="18" charset="0"/>
              <a:cs typeface="Compacta" panose="0202050000000000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300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A7309F-DF81-DC2A-88D9-5DF667DC01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C2AD4D5-70B1-CDDE-671E-5563890C524C}"/>
              </a:ext>
            </a:extLst>
          </p:cNvPr>
          <p:cNvSpPr/>
          <p:nvPr/>
        </p:nvSpPr>
        <p:spPr>
          <a:xfrm>
            <a:off x="9072000" y="110400"/>
            <a:ext cx="2376000" cy="504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A3F9301-3A7F-878F-8C8D-0E1D0876CEE1}"/>
              </a:ext>
            </a:extLst>
          </p:cNvPr>
          <p:cNvSpPr/>
          <p:nvPr/>
        </p:nvSpPr>
        <p:spPr>
          <a:xfrm>
            <a:off x="72000" y="5832000"/>
            <a:ext cx="1764000" cy="576000"/>
          </a:xfrm>
          <a:prstGeom prst="roundRect">
            <a:avLst>
              <a:gd name="adj" fmla="val 35133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A913426-264F-8550-A4D6-698243F95F4B}"/>
              </a:ext>
            </a:extLst>
          </p:cNvPr>
          <p:cNvSpPr/>
          <p:nvPr/>
        </p:nvSpPr>
        <p:spPr>
          <a:xfrm>
            <a:off x="72000" y="756000"/>
            <a:ext cx="1764000" cy="3240000"/>
          </a:xfrm>
          <a:prstGeom prst="roundRect">
            <a:avLst>
              <a:gd name="adj" fmla="val 10328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736D1B-D1A9-94E1-70D6-4C3CCB5AC11F}"/>
              </a:ext>
            </a:extLst>
          </p:cNvPr>
          <p:cNvSpPr txBox="1"/>
          <p:nvPr/>
        </p:nvSpPr>
        <p:spPr>
          <a:xfrm>
            <a:off x="810163" y="72000"/>
            <a:ext cx="809837" cy="576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gradFill flip="none" rotWithShape="1">
                  <a:gsLst>
                    <a:gs pos="49000">
                      <a:schemeClr val="accent4">
                        <a:lumMod val="50000"/>
                      </a:schemeClr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5400000" scaled="1"/>
                  <a:tileRect/>
                </a:gradFill>
                <a:latin typeface="Compacta" panose="02020500000000000000" pitchFamily="18" charset="0"/>
                <a:ea typeface="Compacta" panose="02020500000000000000" pitchFamily="18" charset="0"/>
                <a:cs typeface="Compacta" panose="02020500000000000000" pitchFamily="18" charset="0"/>
              </a:rPr>
              <a:t>i</a:t>
            </a:r>
            <a:r>
              <a:rPr lang="en-US" sz="3200" dirty="0">
                <a:solidFill>
                  <a:schemeClr val="accent4">
                    <a:lumMod val="50000"/>
                  </a:schemeClr>
                </a:solidFill>
                <a:latin typeface="Compacta" panose="02020500000000000000" pitchFamily="18" charset="0"/>
                <a:ea typeface="Compacta" panose="02020500000000000000" pitchFamily="18" charset="0"/>
                <a:cs typeface="Compacta" panose="02020500000000000000" pitchFamily="18" charset="0"/>
              </a:rPr>
              <a:t>Park</a:t>
            </a:r>
            <a:endParaRPr lang="en-US" sz="2400" dirty="0">
              <a:solidFill>
                <a:schemeClr val="accent4">
                  <a:lumMod val="50000"/>
                </a:schemeClr>
              </a:solidFill>
              <a:latin typeface="Compacta" panose="02020500000000000000" pitchFamily="18" charset="0"/>
              <a:ea typeface="Compacta" panose="02020500000000000000" pitchFamily="18" charset="0"/>
              <a:cs typeface="Compacta" panose="02020500000000000000" pitchFamily="18" charset="0"/>
            </a:endParaRPr>
          </a:p>
        </p:txBody>
      </p:sp>
      <p:pic>
        <p:nvPicPr>
          <p:cNvPr id="9" name="Picture 8" descr="A blue and white logo&#10;&#10;AI-generated content may be incorrect.">
            <a:extLst>
              <a:ext uri="{FF2B5EF4-FFF2-40B4-BE49-F238E27FC236}">
                <a16:creationId xmlns:a16="http://schemas.microsoft.com/office/drawing/2014/main" id="{D46A4676-2DF8-E123-499B-81E24AD0C9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0" y="108000"/>
            <a:ext cx="504000" cy="50400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504FFDF-FA0E-7B09-C7FF-B9D1D4D24AF3}"/>
              </a:ext>
            </a:extLst>
          </p:cNvPr>
          <p:cNvSpPr/>
          <p:nvPr/>
        </p:nvSpPr>
        <p:spPr>
          <a:xfrm>
            <a:off x="288000" y="1368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Parking</a:t>
            </a:r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A5185B-C836-9DF7-5056-841539AB2B52}"/>
              </a:ext>
            </a:extLst>
          </p:cNvPr>
          <p:cNvSpPr/>
          <p:nvPr/>
        </p:nvSpPr>
        <p:spPr>
          <a:xfrm>
            <a:off x="288000" y="1872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Staffs</a:t>
            </a:r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1DA16DD-E87E-6E47-C347-F7F1CC779FA4}"/>
              </a:ext>
            </a:extLst>
          </p:cNvPr>
          <p:cNvSpPr>
            <a:spLocks/>
          </p:cNvSpPr>
          <p:nvPr/>
        </p:nvSpPr>
        <p:spPr>
          <a:xfrm>
            <a:off x="288000" y="2376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Accounts</a:t>
            </a:r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DC0C31C-898D-B80F-A878-FA18FE061033}"/>
              </a:ext>
            </a:extLst>
          </p:cNvPr>
          <p:cNvSpPr>
            <a:spLocks/>
          </p:cNvSpPr>
          <p:nvPr/>
        </p:nvSpPr>
        <p:spPr>
          <a:xfrm>
            <a:off x="288000" y="2880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Configuration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E8E8985-D377-AE24-8262-73113EA979AC}"/>
              </a:ext>
            </a:extLst>
          </p:cNvPr>
          <p:cNvSpPr/>
          <p:nvPr/>
        </p:nvSpPr>
        <p:spPr>
          <a:xfrm>
            <a:off x="288000" y="864000"/>
            <a:ext cx="1440000" cy="504000"/>
          </a:xfrm>
          <a:prstGeom prst="roundRect">
            <a:avLst>
              <a:gd name="adj" fmla="val 27151"/>
            </a:avLst>
          </a:prstGeom>
          <a:gradFill flip="none" rotWithShape="1">
            <a:gsLst>
              <a:gs pos="10000">
                <a:schemeClr val="accent4">
                  <a:lumMod val="50000"/>
                </a:schemeClr>
              </a:gs>
              <a:gs pos="100000">
                <a:schemeClr val="accent4">
                  <a:alpha val="20000"/>
                  <a:lumMod val="20000"/>
                  <a:lumOff val="80000"/>
                </a:schemeClr>
              </a:gs>
            </a:gsLst>
            <a:lin ang="0" scaled="1"/>
            <a:tileRect/>
          </a:gra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Home</a:t>
            </a:r>
            <a:endParaRPr lang="vi-VN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FFB8347-7BDC-88A9-3A02-17CB545D0D28}"/>
              </a:ext>
            </a:extLst>
          </p:cNvPr>
          <p:cNvSpPr>
            <a:spLocks/>
          </p:cNvSpPr>
          <p:nvPr/>
        </p:nvSpPr>
        <p:spPr>
          <a:xfrm>
            <a:off x="288000" y="3384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History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4BDC152-F93D-C2FA-1292-299AE4ABC0F1}"/>
              </a:ext>
            </a:extLst>
          </p:cNvPr>
          <p:cNvSpPr>
            <a:spLocks/>
          </p:cNvSpPr>
          <p:nvPr/>
        </p:nvSpPr>
        <p:spPr>
          <a:xfrm>
            <a:off x="471488" y="5868000"/>
            <a:ext cx="1256513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Settings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96E7165-E724-1C2B-4430-81A22AC6D1F3}"/>
              </a:ext>
            </a:extLst>
          </p:cNvPr>
          <p:cNvSpPr/>
          <p:nvPr/>
        </p:nvSpPr>
        <p:spPr>
          <a:xfrm>
            <a:off x="144000" y="936000"/>
            <a:ext cx="90000" cy="36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4">
                  <a:lumMod val="7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D4D164F-E383-D5E9-1ACA-D7A2824E1F82}"/>
              </a:ext>
            </a:extLst>
          </p:cNvPr>
          <p:cNvGrpSpPr/>
          <p:nvPr/>
        </p:nvGrpSpPr>
        <p:grpSpPr>
          <a:xfrm>
            <a:off x="10862065" y="170065"/>
            <a:ext cx="379870" cy="379870"/>
            <a:chOff x="10877259" y="170065"/>
            <a:chExt cx="379870" cy="379870"/>
          </a:xfrm>
        </p:grpSpPr>
        <p:pic>
          <p:nvPicPr>
            <p:cNvPr id="7" name="Graphic 6" descr="User with solid fill">
              <a:extLst>
                <a:ext uri="{FF2B5EF4-FFF2-40B4-BE49-F238E27FC236}">
                  <a16:creationId xmlns:a16="http://schemas.microsoft.com/office/drawing/2014/main" id="{B8E37742-5000-3F9B-C297-6622A366B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12429" t="3890" r="11865" b="20403"/>
            <a:stretch/>
          </p:blipFill>
          <p:spPr>
            <a:xfrm>
              <a:off x="10919942" y="221864"/>
              <a:ext cx="294505" cy="294505"/>
            </a:xfrm>
            <a:prstGeom prst="ellipse">
              <a:avLst/>
            </a:prstGeom>
          </p:spPr>
        </p:pic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669580F-924E-F2FD-98EB-5C7CA2D079D6}"/>
                </a:ext>
              </a:extLst>
            </p:cNvPr>
            <p:cNvSpPr/>
            <p:nvPr/>
          </p:nvSpPr>
          <p:spPr>
            <a:xfrm>
              <a:off x="10877259" y="170065"/>
              <a:ext cx="379870" cy="379870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F220D06-C493-923E-F9B6-CF626DF373CF}"/>
              </a:ext>
            </a:extLst>
          </p:cNvPr>
          <p:cNvSpPr/>
          <p:nvPr/>
        </p:nvSpPr>
        <p:spPr>
          <a:xfrm>
            <a:off x="1944000" y="180000"/>
            <a:ext cx="4824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Search</a:t>
            </a:r>
            <a:endParaRPr lang="vi-VN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76861BE-1EC4-5887-6A44-84266204C853}"/>
              </a:ext>
            </a:extLst>
          </p:cNvPr>
          <p:cNvSpPr/>
          <p:nvPr/>
        </p:nvSpPr>
        <p:spPr>
          <a:xfrm>
            <a:off x="10332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BC79E98-A1A8-0F77-16C3-29AD847C6079}"/>
              </a:ext>
            </a:extLst>
          </p:cNvPr>
          <p:cNvSpPr/>
          <p:nvPr/>
        </p:nvSpPr>
        <p:spPr>
          <a:xfrm>
            <a:off x="9792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C474626-A4B8-B3A2-605E-1A045F78E84F}"/>
              </a:ext>
            </a:extLst>
          </p:cNvPr>
          <p:cNvSpPr/>
          <p:nvPr/>
        </p:nvSpPr>
        <p:spPr>
          <a:xfrm>
            <a:off x="9252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226E94B-03F8-DE2C-E415-6ACA8CAC8476}"/>
              </a:ext>
            </a:extLst>
          </p:cNvPr>
          <p:cNvSpPr/>
          <p:nvPr/>
        </p:nvSpPr>
        <p:spPr>
          <a:xfrm>
            <a:off x="6408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16A3874-8384-E937-0051-C6A729753B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44000" y="756000"/>
            <a:ext cx="9504000" cy="5652000"/>
          </a:xfrm>
          <a:prstGeom prst="roundRect">
            <a:avLst>
              <a:gd name="adj" fmla="val 3291"/>
            </a:avLst>
          </a:prstGeom>
          <a:solidFill>
            <a:schemeClr val="accent4">
              <a:lumMod val="20000"/>
              <a:lumOff val="80000"/>
              <a:alpha val="1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BE72AB1-7A46-4585-49D5-93708F1FA1D3}"/>
              </a:ext>
            </a:extLst>
          </p:cNvPr>
          <p:cNvSpPr/>
          <p:nvPr/>
        </p:nvSpPr>
        <p:spPr>
          <a:xfrm>
            <a:off x="2052000" y="1404000"/>
            <a:ext cx="1800000" cy="1800000"/>
          </a:xfrm>
          <a:prstGeom prst="roundRect">
            <a:avLst>
              <a:gd name="adj" fmla="val 9218"/>
            </a:avLst>
          </a:prstGeom>
          <a:solidFill>
            <a:srgbClr val="E3F6FD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CCF08A1-53E6-8F73-832F-95BB0B33B223}"/>
              </a:ext>
            </a:extLst>
          </p:cNvPr>
          <p:cNvSpPr/>
          <p:nvPr/>
        </p:nvSpPr>
        <p:spPr>
          <a:xfrm>
            <a:off x="3924000" y="1404000"/>
            <a:ext cx="3600000" cy="1800000"/>
          </a:xfrm>
          <a:prstGeom prst="roundRect">
            <a:avLst>
              <a:gd name="adj" fmla="val 9218"/>
            </a:avLst>
          </a:prstGeom>
          <a:solidFill>
            <a:srgbClr val="E3F6FD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51C9D6A-B8E1-BBE0-7EDD-E37EAC91828C}"/>
              </a:ext>
            </a:extLst>
          </p:cNvPr>
          <p:cNvSpPr/>
          <p:nvPr/>
        </p:nvSpPr>
        <p:spPr>
          <a:xfrm>
            <a:off x="2052000" y="864000"/>
            <a:ext cx="7771391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Welcome back, Administrator!</a:t>
            </a:r>
            <a:endParaRPr lang="vi-VN" sz="28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C1A533E-9253-DCCB-81DA-3B5FC228041D}"/>
              </a:ext>
            </a:extLst>
          </p:cNvPr>
          <p:cNvSpPr/>
          <p:nvPr/>
        </p:nvSpPr>
        <p:spPr>
          <a:xfrm>
            <a:off x="10872000" y="936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F1DDA18-349D-865D-A2F8-F03B6856322E}"/>
              </a:ext>
            </a:extLst>
          </p:cNvPr>
          <p:cNvSpPr/>
          <p:nvPr/>
        </p:nvSpPr>
        <p:spPr>
          <a:xfrm>
            <a:off x="9252000" y="936000"/>
            <a:ext cx="144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Default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9243DE2-F0C7-69EC-7075-974FE594408E}"/>
              </a:ext>
            </a:extLst>
          </p:cNvPr>
          <p:cNvSpPr/>
          <p:nvPr/>
        </p:nvSpPr>
        <p:spPr>
          <a:xfrm>
            <a:off x="6624000" y="3276000"/>
            <a:ext cx="900000" cy="900000"/>
          </a:xfrm>
          <a:prstGeom prst="roundRect">
            <a:avLst>
              <a:gd name="adj" fmla="val 16626"/>
            </a:avLst>
          </a:prstGeom>
          <a:solidFill>
            <a:srgbClr val="E3F6FD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69EBB05-29BD-6283-2105-25D18F0DE71F}"/>
              </a:ext>
            </a:extLst>
          </p:cNvPr>
          <p:cNvSpPr/>
          <p:nvPr/>
        </p:nvSpPr>
        <p:spPr>
          <a:xfrm>
            <a:off x="2052000" y="3276000"/>
            <a:ext cx="4500000" cy="900000"/>
          </a:xfrm>
          <a:prstGeom prst="roundRect">
            <a:avLst>
              <a:gd name="adj" fmla="val 16626"/>
            </a:avLst>
          </a:prstGeom>
          <a:solidFill>
            <a:srgbClr val="E3F6FD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42" name="Graphic 41" descr="Single gear with solid fill">
            <a:extLst>
              <a:ext uri="{FF2B5EF4-FFF2-40B4-BE49-F238E27FC236}">
                <a16:creationId xmlns:a16="http://schemas.microsoft.com/office/drawing/2014/main" id="{82928CC8-EA99-1C68-8BFF-DB4208C616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1165" y="5938838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438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A7309F-DF81-DC2A-88D9-5DF667DC01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C2AD4D5-70B1-CDDE-671E-5563890C524C}"/>
              </a:ext>
            </a:extLst>
          </p:cNvPr>
          <p:cNvSpPr/>
          <p:nvPr/>
        </p:nvSpPr>
        <p:spPr>
          <a:xfrm>
            <a:off x="9072000" y="110400"/>
            <a:ext cx="2376000" cy="504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A3F9301-3A7F-878F-8C8D-0E1D0876CEE1}"/>
              </a:ext>
            </a:extLst>
          </p:cNvPr>
          <p:cNvSpPr/>
          <p:nvPr/>
        </p:nvSpPr>
        <p:spPr>
          <a:xfrm>
            <a:off x="72000" y="5832000"/>
            <a:ext cx="1764000" cy="576000"/>
          </a:xfrm>
          <a:prstGeom prst="roundRect">
            <a:avLst>
              <a:gd name="adj" fmla="val 35133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A913426-264F-8550-A4D6-698243F95F4B}"/>
              </a:ext>
            </a:extLst>
          </p:cNvPr>
          <p:cNvSpPr/>
          <p:nvPr/>
        </p:nvSpPr>
        <p:spPr>
          <a:xfrm>
            <a:off x="72000" y="756000"/>
            <a:ext cx="1764000" cy="3240000"/>
          </a:xfrm>
          <a:prstGeom prst="roundRect">
            <a:avLst>
              <a:gd name="adj" fmla="val 10328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736D1B-D1A9-94E1-70D6-4C3CCB5AC11F}"/>
              </a:ext>
            </a:extLst>
          </p:cNvPr>
          <p:cNvSpPr txBox="1"/>
          <p:nvPr/>
        </p:nvSpPr>
        <p:spPr>
          <a:xfrm>
            <a:off x="810163" y="72000"/>
            <a:ext cx="809837" cy="576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gradFill flip="none" rotWithShape="1">
                  <a:gsLst>
                    <a:gs pos="49000">
                      <a:schemeClr val="accent4">
                        <a:lumMod val="50000"/>
                      </a:schemeClr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5400000" scaled="1"/>
                  <a:tileRect/>
                </a:gradFill>
                <a:latin typeface="Compacta" panose="02020500000000000000" pitchFamily="18" charset="0"/>
                <a:ea typeface="Compacta" panose="02020500000000000000" pitchFamily="18" charset="0"/>
                <a:cs typeface="Compacta" panose="02020500000000000000" pitchFamily="18" charset="0"/>
              </a:rPr>
              <a:t>i</a:t>
            </a:r>
            <a:r>
              <a:rPr lang="en-US" sz="3200" dirty="0">
                <a:solidFill>
                  <a:schemeClr val="accent4">
                    <a:lumMod val="50000"/>
                  </a:schemeClr>
                </a:solidFill>
                <a:latin typeface="Compacta" panose="02020500000000000000" pitchFamily="18" charset="0"/>
                <a:ea typeface="Compacta" panose="02020500000000000000" pitchFamily="18" charset="0"/>
                <a:cs typeface="Compacta" panose="02020500000000000000" pitchFamily="18" charset="0"/>
              </a:rPr>
              <a:t>Park</a:t>
            </a:r>
            <a:endParaRPr lang="en-US" sz="2400" dirty="0">
              <a:solidFill>
                <a:schemeClr val="accent4">
                  <a:lumMod val="50000"/>
                </a:schemeClr>
              </a:solidFill>
              <a:latin typeface="Compacta" panose="02020500000000000000" pitchFamily="18" charset="0"/>
              <a:ea typeface="Compacta" panose="02020500000000000000" pitchFamily="18" charset="0"/>
              <a:cs typeface="Compacta" panose="02020500000000000000" pitchFamily="18" charset="0"/>
            </a:endParaRPr>
          </a:p>
        </p:txBody>
      </p:sp>
      <p:pic>
        <p:nvPicPr>
          <p:cNvPr id="9" name="Picture 8" descr="A blue and white logo&#10;&#10;AI-generated content may be incorrect.">
            <a:extLst>
              <a:ext uri="{FF2B5EF4-FFF2-40B4-BE49-F238E27FC236}">
                <a16:creationId xmlns:a16="http://schemas.microsoft.com/office/drawing/2014/main" id="{D46A4676-2DF8-E123-499B-81E24AD0C9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0" y="108000"/>
            <a:ext cx="504000" cy="50400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504FFDF-FA0E-7B09-C7FF-B9D1D4D24AF3}"/>
              </a:ext>
            </a:extLst>
          </p:cNvPr>
          <p:cNvSpPr/>
          <p:nvPr/>
        </p:nvSpPr>
        <p:spPr>
          <a:xfrm>
            <a:off x="288000" y="1368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Parking</a:t>
            </a:r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A5185B-C836-9DF7-5056-841539AB2B52}"/>
              </a:ext>
            </a:extLst>
          </p:cNvPr>
          <p:cNvSpPr/>
          <p:nvPr/>
        </p:nvSpPr>
        <p:spPr>
          <a:xfrm>
            <a:off x="288000" y="1872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Staffs</a:t>
            </a:r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1DA16DD-E87E-6E47-C347-F7F1CC779FA4}"/>
              </a:ext>
            </a:extLst>
          </p:cNvPr>
          <p:cNvSpPr>
            <a:spLocks/>
          </p:cNvSpPr>
          <p:nvPr/>
        </p:nvSpPr>
        <p:spPr>
          <a:xfrm>
            <a:off x="288000" y="2376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Accounts</a:t>
            </a:r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DC0C31C-898D-B80F-A878-FA18FE061033}"/>
              </a:ext>
            </a:extLst>
          </p:cNvPr>
          <p:cNvSpPr>
            <a:spLocks/>
          </p:cNvSpPr>
          <p:nvPr/>
        </p:nvSpPr>
        <p:spPr>
          <a:xfrm>
            <a:off x="288000" y="2880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Configuration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E8E8985-D377-AE24-8262-73113EA979AC}"/>
              </a:ext>
            </a:extLst>
          </p:cNvPr>
          <p:cNvSpPr/>
          <p:nvPr/>
        </p:nvSpPr>
        <p:spPr>
          <a:xfrm>
            <a:off x="288000" y="864000"/>
            <a:ext cx="1440000" cy="504000"/>
          </a:xfrm>
          <a:prstGeom prst="roundRect">
            <a:avLst>
              <a:gd name="adj" fmla="val 27151"/>
            </a:avLst>
          </a:prstGeom>
          <a:gradFill flip="none" rotWithShape="1">
            <a:gsLst>
              <a:gs pos="10000">
                <a:schemeClr val="accent4">
                  <a:lumMod val="50000"/>
                </a:schemeClr>
              </a:gs>
              <a:gs pos="100000">
                <a:schemeClr val="accent4">
                  <a:alpha val="20000"/>
                  <a:lumMod val="20000"/>
                  <a:lumOff val="80000"/>
                </a:schemeClr>
              </a:gs>
            </a:gsLst>
            <a:lin ang="0" scaled="1"/>
            <a:tileRect/>
          </a:gra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Home</a:t>
            </a:r>
            <a:endParaRPr lang="vi-VN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FFB8347-7BDC-88A9-3A02-17CB545D0D28}"/>
              </a:ext>
            </a:extLst>
          </p:cNvPr>
          <p:cNvSpPr>
            <a:spLocks/>
          </p:cNvSpPr>
          <p:nvPr/>
        </p:nvSpPr>
        <p:spPr>
          <a:xfrm>
            <a:off x="288000" y="3384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History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4BDC152-F93D-C2FA-1292-299AE4ABC0F1}"/>
              </a:ext>
            </a:extLst>
          </p:cNvPr>
          <p:cNvSpPr>
            <a:spLocks/>
          </p:cNvSpPr>
          <p:nvPr/>
        </p:nvSpPr>
        <p:spPr>
          <a:xfrm>
            <a:off x="471488" y="5868000"/>
            <a:ext cx="1256513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Settings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96E7165-E724-1C2B-4430-81A22AC6D1F3}"/>
              </a:ext>
            </a:extLst>
          </p:cNvPr>
          <p:cNvSpPr/>
          <p:nvPr/>
        </p:nvSpPr>
        <p:spPr>
          <a:xfrm>
            <a:off x="144000" y="936000"/>
            <a:ext cx="90000" cy="36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4">
                  <a:lumMod val="7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D4D164F-E383-D5E9-1ACA-D7A2824E1F82}"/>
              </a:ext>
            </a:extLst>
          </p:cNvPr>
          <p:cNvGrpSpPr/>
          <p:nvPr/>
        </p:nvGrpSpPr>
        <p:grpSpPr>
          <a:xfrm>
            <a:off x="10862065" y="170065"/>
            <a:ext cx="379870" cy="379870"/>
            <a:chOff x="10877259" y="170065"/>
            <a:chExt cx="379870" cy="379870"/>
          </a:xfrm>
        </p:grpSpPr>
        <p:pic>
          <p:nvPicPr>
            <p:cNvPr id="7" name="Graphic 6" descr="User with solid fill">
              <a:extLst>
                <a:ext uri="{FF2B5EF4-FFF2-40B4-BE49-F238E27FC236}">
                  <a16:creationId xmlns:a16="http://schemas.microsoft.com/office/drawing/2014/main" id="{B8E37742-5000-3F9B-C297-6622A366B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12429" t="3890" r="11865" b="20403"/>
            <a:stretch/>
          </p:blipFill>
          <p:spPr>
            <a:xfrm>
              <a:off x="10919942" y="221864"/>
              <a:ext cx="294505" cy="294505"/>
            </a:xfrm>
            <a:prstGeom prst="ellipse">
              <a:avLst/>
            </a:prstGeom>
          </p:spPr>
        </p:pic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669580F-924E-F2FD-98EB-5C7CA2D079D6}"/>
                </a:ext>
              </a:extLst>
            </p:cNvPr>
            <p:cNvSpPr/>
            <p:nvPr/>
          </p:nvSpPr>
          <p:spPr>
            <a:xfrm>
              <a:off x="10877259" y="170065"/>
              <a:ext cx="379870" cy="379870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F220D06-C493-923E-F9B6-CF626DF373CF}"/>
              </a:ext>
            </a:extLst>
          </p:cNvPr>
          <p:cNvSpPr/>
          <p:nvPr/>
        </p:nvSpPr>
        <p:spPr>
          <a:xfrm>
            <a:off x="1944000" y="180000"/>
            <a:ext cx="4824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Search</a:t>
            </a:r>
            <a:endParaRPr lang="vi-VN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76861BE-1EC4-5887-6A44-84266204C853}"/>
              </a:ext>
            </a:extLst>
          </p:cNvPr>
          <p:cNvSpPr/>
          <p:nvPr/>
        </p:nvSpPr>
        <p:spPr>
          <a:xfrm>
            <a:off x="10332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BC79E98-A1A8-0F77-16C3-29AD847C6079}"/>
              </a:ext>
            </a:extLst>
          </p:cNvPr>
          <p:cNvSpPr/>
          <p:nvPr/>
        </p:nvSpPr>
        <p:spPr>
          <a:xfrm>
            <a:off x="9792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C474626-A4B8-B3A2-605E-1A045F78E84F}"/>
              </a:ext>
            </a:extLst>
          </p:cNvPr>
          <p:cNvSpPr/>
          <p:nvPr/>
        </p:nvSpPr>
        <p:spPr>
          <a:xfrm>
            <a:off x="9252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226E94B-03F8-DE2C-E415-6ACA8CAC8476}"/>
              </a:ext>
            </a:extLst>
          </p:cNvPr>
          <p:cNvSpPr/>
          <p:nvPr/>
        </p:nvSpPr>
        <p:spPr>
          <a:xfrm>
            <a:off x="6408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16A3874-8384-E937-0051-C6A729753B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44000" y="756000"/>
            <a:ext cx="9504000" cy="5652000"/>
          </a:xfrm>
          <a:prstGeom prst="roundRect">
            <a:avLst>
              <a:gd name="adj" fmla="val 3291"/>
            </a:avLst>
          </a:prstGeom>
          <a:solidFill>
            <a:schemeClr val="accent4">
              <a:lumMod val="20000"/>
              <a:lumOff val="80000"/>
              <a:alpha val="1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BE72AB1-7A46-4585-49D5-93708F1FA1D3}"/>
              </a:ext>
            </a:extLst>
          </p:cNvPr>
          <p:cNvSpPr/>
          <p:nvPr/>
        </p:nvSpPr>
        <p:spPr>
          <a:xfrm>
            <a:off x="2052000" y="1404000"/>
            <a:ext cx="1800000" cy="1800000"/>
          </a:xfrm>
          <a:prstGeom prst="roundRect">
            <a:avLst>
              <a:gd name="adj" fmla="val 9218"/>
            </a:avLst>
          </a:prstGeom>
          <a:solidFill>
            <a:srgbClr val="E3F6FD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CCF08A1-53E6-8F73-832F-95BB0B33B223}"/>
              </a:ext>
            </a:extLst>
          </p:cNvPr>
          <p:cNvSpPr/>
          <p:nvPr/>
        </p:nvSpPr>
        <p:spPr>
          <a:xfrm>
            <a:off x="3924000" y="1404000"/>
            <a:ext cx="3600000" cy="1800000"/>
          </a:xfrm>
          <a:prstGeom prst="roundRect">
            <a:avLst>
              <a:gd name="adj" fmla="val 9218"/>
            </a:avLst>
          </a:prstGeom>
          <a:solidFill>
            <a:srgbClr val="E3F6FD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51C9D6A-B8E1-BBE0-7EDD-E37EAC91828C}"/>
              </a:ext>
            </a:extLst>
          </p:cNvPr>
          <p:cNvSpPr/>
          <p:nvPr/>
        </p:nvSpPr>
        <p:spPr>
          <a:xfrm>
            <a:off x="2052000" y="864000"/>
            <a:ext cx="7771391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Welcome back, Administrator!</a:t>
            </a:r>
            <a:endParaRPr lang="vi-VN" sz="28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C1A533E-9253-DCCB-81DA-3B5FC228041D}"/>
              </a:ext>
            </a:extLst>
          </p:cNvPr>
          <p:cNvSpPr/>
          <p:nvPr/>
        </p:nvSpPr>
        <p:spPr>
          <a:xfrm>
            <a:off x="10872000" y="936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F1DDA18-349D-865D-A2F8-F03B6856322E}"/>
              </a:ext>
            </a:extLst>
          </p:cNvPr>
          <p:cNvSpPr/>
          <p:nvPr/>
        </p:nvSpPr>
        <p:spPr>
          <a:xfrm>
            <a:off x="9252000" y="936000"/>
            <a:ext cx="144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Default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9243DE2-F0C7-69EC-7075-974FE594408E}"/>
              </a:ext>
            </a:extLst>
          </p:cNvPr>
          <p:cNvSpPr/>
          <p:nvPr/>
        </p:nvSpPr>
        <p:spPr>
          <a:xfrm>
            <a:off x="6624000" y="3276000"/>
            <a:ext cx="900000" cy="900000"/>
          </a:xfrm>
          <a:prstGeom prst="roundRect">
            <a:avLst>
              <a:gd name="adj" fmla="val 16626"/>
            </a:avLst>
          </a:prstGeom>
          <a:solidFill>
            <a:srgbClr val="E3F6FD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69EBB05-29BD-6283-2105-25D18F0DE71F}"/>
              </a:ext>
            </a:extLst>
          </p:cNvPr>
          <p:cNvSpPr/>
          <p:nvPr/>
        </p:nvSpPr>
        <p:spPr>
          <a:xfrm>
            <a:off x="2052000" y="3276000"/>
            <a:ext cx="4500000" cy="900000"/>
          </a:xfrm>
          <a:prstGeom prst="roundRect">
            <a:avLst>
              <a:gd name="adj" fmla="val 16626"/>
            </a:avLst>
          </a:prstGeom>
          <a:solidFill>
            <a:srgbClr val="E3F6FD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42" name="Graphic 41" descr="Single gear with solid fill">
            <a:extLst>
              <a:ext uri="{FF2B5EF4-FFF2-40B4-BE49-F238E27FC236}">
                <a16:creationId xmlns:a16="http://schemas.microsoft.com/office/drawing/2014/main" id="{82928CC8-EA99-1C68-8BFF-DB4208C616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1165" y="5938838"/>
            <a:ext cx="360000" cy="3600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F3DA35A-D443-E553-FAD3-25E48C004A9F}"/>
              </a:ext>
            </a:extLst>
          </p:cNvPr>
          <p:cNvSpPr/>
          <p:nvPr/>
        </p:nvSpPr>
        <p:spPr>
          <a:xfrm>
            <a:off x="9252000" y="664165"/>
            <a:ext cx="1980000" cy="1224000"/>
          </a:xfrm>
          <a:prstGeom prst="roundRect">
            <a:avLst>
              <a:gd name="adj" fmla="val 10218"/>
            </a:avLst>
          </a:prstGeom>
          <a:solidFill>
            <a:schemeClr val="bg1"/>
          </a:solidFill>
          <a:ln w="63500">
            <a:noFill/>
          </a:ln>
          <a:effectLst>
            <a:outerShdw blurRad="254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5DB3E11-1BFB-A097-B611-26493C507434}"/>
              </a:ext>
            </a:extLst>
          </p:cNvPr>
          <p:cNvSpPr/>
          <p:nvPr/>
        </p:nvSpPr>
        <p:spPr>
          <a:xfrm>
            <a:off x="9321800" y="729935"/>
            <a:ext cx="1847437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accent4">
                    <a:lumMod val="50000"/>
                  </a:schemeClr>
                </a:solidFill>
              </a:rPr>
              <a:t>Administrator</a:t>
            </a:r>
            <a:endParaRPr lang="vi-VN" sz="12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5370EAB-0FE7-E2B7-6536-98B9738CBACE}"/>
              </a:ext>
            </a:extLst>
          </p:cNvPr>
          <p:cNvSpPr/>
          <p:nvPr/>
        </p:nvSpPr>
        <p:spPr>
          <a:xfrm>
            <a:off x="10809237" y="732369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6591A3A-2CD6-B99D-22C7-C96D9058A1BC}"/>
              </a:ext>
            </a:extLst>
          </p:cNvPr>
          <p:cNvSpPr/>
          <p:nvPr/>
        </p:nvSpPr>
        <p:spPr>
          <a:xfrm>
            <a:off x="9321800" y="1093966"/>
            <a:ext cx="1847437" cy="360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Change password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3FFDF2F-2708-29B8-38B5-0F0B6098D98D}"/>
              </a:ext>
            </a:extLst>
          </p:cNvPr>
          <p:cNvSpPr/>
          <p:nvPr/>
        </p:nvSpPr>
        <p:spPr>
          <a:xfrm>
            <a:off x="9321800" y="1457850"/>
            <a:ext cx="1847437" cy="360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rgbClr val="C00000"/>
                </a:solidFill>
              </a:rPr>
              <a:t>Log out</a:t>
            </a:r>
            <a:endParaRPr lang="vi-VN" sz="1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8571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A7309F-DF81-DC2A-88D9-5DF667DC01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C2AD4D5-70B1-CDDE-671E-5563890C524C}"/>
              </a:ext>
            </a:extLst>
          </p:cNvPr>
          <p:cNvSpPr/>
          <p:nvPr/>
        </p:nvSpPr>
        <p:spPr>
          <a:xfrm>
            <a:off x="9072000" y="110400"/>
            <a:ext cx="2376000" cy="504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A3F9301-3A7F-878F-8C8D-0E1D0876CEE1}"/>
              </a:ext>
            </a:extLst>
          </p:cNvPr>
          <p:cNvSpPr/>
          <p:nvPr/>
        </p:nvSpPr>
        <p:spPr>
          <a:xfrm>
            <a:off x="72000" y="5832000"/>
            <a:ext cx="1764000" cy="576000"/>
          </a:xfrm>
          <a:prstGeom prst="roundRect">
            <a:avLst>
              <a:gd name="adj" fmla="val 35133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A913426-264F-8550-A4D6-698243F95F4B}"/>
              </a:ext>
            </a:extLst>
          </p:cNvPr>
          <p:cNvSpPr/>
          <p:nvPr/>
        </p:nvSpPr>
        <p:spPr>
          <a:xfrm>
            <a:off x="72000" y="756000"/>
            <a:ext cx="1764000" cy="3240000"/>
          </a:xfrm>
          <a:prstGeom prst="roundRect">
            <a:avLst>
              <a:gd name="adj" fmla="val 10328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736D1B-D1A9-94E1-70D6-4C3CCB5AC11F}"/>
              </a:ext>
            </a:extLst>
          </p:cNvPr>
          <p:cNvSpPr txBox="1"/>
          <p:nvPr/>
        </p:nvSpPr>
        <p:spPr>
          <a:xfrm>
            <a:off x="810163" y="72000"/>
            <a:ext cx="809837" cy="576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gradFill flip="none" rotWithShape="1">
                  <a:gsLst>
                    <a:gs pos="49000">
                      <a:schemeClr val="accent4">
                        <a:lumMod val="50000"/>
                      </a:schemeClr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5400000" scaled="1"/>
                  <a:tileRect/>
                </a:gradFill>
                <a:latin typeface="Compacta" panose="02020500000000000000" pitchFamily="18" charset="0"/>
                <a:ea typeface="Compacta" panose="02020500000000000000" pitchFamily="18" charset="0"/>
                <a:cs typeface="Compacta" panose="02020500000000000000" pitchFamily="18" charset="0"/>
              </a:rPr>
              <a:t>i</a:t>
            </a:r>
            <a:r>
              <a:rPr lang="en-US" sz="3200" dirty="0">
                <a:solidFill>
                  <a:schemeClr val="accent4">
                    <a:lumMod val="50000"/>
                  </a:schemeClr>
                </a:solidFill>
                <a:latin typeface="Compacta" panose="02020500000000000000" pitchFamily="18" charset="0"/>
                <a:ea typeface="Compacta" panose="02020500000000000000" pitchFamily="18" charset="0"/>
                <a:cs typeface="Compacta" panose="02020500000000000000" pitchFamily="18" charset="0"/>
              </a:rPr>
              <a:t>Park</a:t>
            </a:r>
            <a:endParaRPr lang="en-US" sz="2400" dirty="0">
              <a:solidFill>
                <a:schemeClr val="accent4">
                  <a:lumMod val="50000"/>
                </a:schemeClr>
              </a:solidFill>
              <a:latin typeface="Compacta" panose="02020500000000000000" pitchFamily="18" charset="0"/>
              <a:ea typeface="Compacta" panose="02020500000000000000" pitchFamily="18" charset="0"/>
              <a:cs typeface="Compacta" panose="02020500000000000000" pitchFamily="18" charset="0"/>
            </a:endParaRPr>
          </a:p>
        </p:txBody>
      </p:sp>
      <p:pic>
        <p:nvPicPr>
          <p:cNvPr id="9" name="Picture 8" descr="A blue and white logo&#10;&#10;AI-generated content may be incorrect.">
            <a:extLst>
              <a:ext uri="{FF2B5EF4-FFF2-40B4-BE49-F238E27FC236}">
                <a16:creationId xmlns:a16="http://schemas.microsoft.com/office/drawing/2014/main" id="{D46A4676-2DF8-E123-499B-81E24AD0C9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0" y="108000"/>
            <a:ext cx="504000" cy="50400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504FFDF-FA0E-7B09-C7FF-B9D1D4D24AF3}"/>
              </a:ext>
            </a:extLst>
          </p:cNvPr>
          <p:cNvSpPr/>
          <p:nvPr/>
        </p:nvSpPr>
        <p:spPr>
          <a:xfrm>
            <a:off x="288000" y="1368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Parking</a:t>
            </a:r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A5185B-C836-9DF7-5056-841539AB2B52}"/>
              </a:ext>
            </a:extLst>
          </p:cNvPr>
          <p:cNvSpPr/>
          <p:nvPr/>
        </p:nvSpPr>
        <p:spPr>
          <a:xfrm>
            <a:off x="288000" y="1872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Staffs</a:t>
            </a:r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1DA16DD-E87E-6E47-C347-F7F1CC779FA4}"/>
              </a:ext>
            </a:extLst>
          </p:cNvPr>
          <p:cNvSpPr>
            <a:spLocks/>
          </p:cNvSpPr>
          <p:nvPr/>
        </p:nvSpPr>
        <p:spPr>
          <a:xfrm>
            <a:off x="288000" y="2376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Accounts</a:t>
            </a:r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DC0C31C-898D-B80F-A878-FA18FE061033}"/>
              </a:ext>
            </a:extLst>
          </p:cNvPr>
          <p:cNvSpPr>
            <a:spLocks/>
          </p:cNvSpPr>
          <p:nvPr/>
        </p:nvSpPr>
        <p:spPr>
          <a:xfrm>
            <a:off x="288000" y="2880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Configuration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E8E8985-D377-AE24-8262-73113EA979AC}"/>
              </a:ext>
            </a:extLst>
          </p:cNvPr>
          <p:cNvSpPr/>
          <p:nvPr/>
        </p:nvSpPr>
        <p:spPr>
          <a:xfrm>
            <a:off x="288000" y="864000"/>
            <a:ext cx="1440000" cy="504000"/>
          </a:xfrm>
          <a:prstGeom prst="roundRect">
            <a:avLst>
              <a:gd name="adj" fmla="val 27151"/>
            </a:avLst>
          </a:prstGeom>
          <a:gradFill flip="none" rotWithShape="1">
            <a:gsLst>
              <a:gs pos="10000">
                <a:schemeClr val="accent4">
                  <a:lumMod val="50000"/>
                </a:schemeClr>
              </a:gs>
              <a:gs pos="100000">
                <a:schemeClr val="accent4">
                  <a:alpha val="20000"/>
                  <a:lumMod val="20000"/>
                  <a:lumOff val="80000"/>
                </a:schemeClr>
              </a:gs>
            </a:gsLst>
            <a:lin ang="0" scaled="1"/>
            <a:tileRect/>
          </a:gra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Home</a:t>
            </a:r>
            <a:endParaRPr lang="vi-VN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FFB8347-7BDC-88A9-3A02-17CB545D0D28}"/>
              </a:ext>
            </a:extLst>
          </p:cNvPr>
          <p:cNvSpPr>
            <a:spLocks/>
          </p:cNvSpPr>
          <p:nvPr/>
        </p:nvSpPr>
        <p:spPr>
          <a:xfrm>
            <a:off x="288000" y="3384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History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4BDC152-F93D-C2FA-1292-299AE4ABC0F1}"/>
              </a:ext>
            </a:extLst>
          </p:cNvPr>
          <p:cNvSpPr>
            <a:spLocks/>
          </p:cNvSpPr>
          <p:nvPr/>
        </p:nvSpPr>
        <p:spPr>
          <a:xfrm>
            <a:off x="471488" y="5868000"/>
            <a:ext cx="1256513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Settings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96E7165-E724-1C2B-4430-81A22AC6D1F3}"/>
              </a:ext>
            </a:extLst>
          </p:cNvPr>
          <p:cNvSpPr/>
          <p:nvPr/>
        </p:nvSpPr>
        <p:spPr>
          <a:xfrm>
            <a:off x="144000" y="936000"/>
            <a:ext cx="90000" cy="36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4">
                  <a:lumMod val="7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D4D164F-E383-D5E9-1ACA-D7A2824E1F82}"/>
              </a:ext>
            </a:extLst>
          </p:cNvPr>
          <p:cNvGrpSpPr/>
          <p:nvPr/>
        </p:nvGrpSpPr>
        <p:grpSpPr>
          <a:xfrm>
            <a:off x="10862065" y="170065"/>
            <a:ext cx="379870" cy="379870"/>
            <a:chOff x="10877259" y="170065"/>
            <a:chExt cx="379870" cy="379870"/>
          </a:xfrm>
        </p:grpSpPr>
        <p:pic>
          <p:nvPicPr>
            <p:cNvPr id="7" name="Graphic 6" descr="User with solid fill">
              <a:extLst>
                <a:ext uri="{FF2B5EF4-FFF2-40B4-BE49-F238E27FC236}">
                  <a16:creationId xmlns:a16="http://schemas.microsoft.com/office/drawing/2014/main" id="{B8E37742-5000-3F9B-C297-6622A366B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12429" t="3890" r="11865" b="20403"/>
            <a:stretch/>
          </p:blipFill>
          <p:spPr>
            <a:xfrm>
              <a:off x="10919942" y="221864"/>
              <a:ext cx="294505" cy="294505"/>
            </a:xfrm>
            <a:prstGeom prst="ellipse">
              <a:avLst/>
            </a:prstGeom>
          </p:spPr>
        </p:pic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669580F-924E-F2FD-98EB-5C7CA2D079D6}"/>
                </a:ext>
              </a:extLst>
            </p:cNvPr>
            <p:cNvSpPr/>
            <p:nvPr/>
          </p:nvSpPr>
          <p:spPr>
            <a:xfrm>
              <a:off x="10877259" y="170065"/>
              <a:ext cx="379870" cy="379870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F220D06-C493-923E-F9B6-CF626DF373CF}"/>
              </a:ext>
            </a:extLst>
          </p:cNvPr>
          <p:cNvSpPr/>
          <p:nvPr/>
        </p:nvSpPr>
        <p:spPr>
          <a:xfrm>
            <a:off x="1944000" y="180000"/>
            <a:ext cx="4824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Search</a:t>
            </a:r>
            <a:endParaRPr lang="vi-VN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76861BE-1EC4-5887-6A44-84266204C853}"/>
              </a:ext>
            </a:extLst>
          </p:cNvPr>
          <p:cNvSpPr/>
          <p:nvPr/>
        </p:nvSpPr>
        <p:spPr>
          <a:xfrm>
            <a:off x="10332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BC79E98-A1A8-0F77-16C3-29AD847C6079}"/>
              </a:ext>
            </a:extLst>
          </p:cNvPr>
          <p:cNvSpPr/>
          <p:nvPr/>
        </p:nvSpPr>
        <p:spPr>
          <a:xfrm>
            <a:off x="9792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C474626-A4B8-B3A2-605E-1A045F78E84F}"/>
              </a:ext>
            </a:extLst>
          </p:cNvPr>
          <p:cNvSpPr/>
          <p:nvPr/>
        </p:nvSpPr>
        <p:spPr>
          <a:xfrm>
            <a:off x="9252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226E94B-03F8-DE2C-E415-6ACA8CAC8476}"/>
              </a:ext>
            </a:extLst>
          </p:cNvPr>
          <p:cNvSpPr/>
          <p:nvPr/>
        </p:nvSpPr>
        <p:spPr>
          <a:xfrm>
            <a:off x="6408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16A3874-8384-E937-0051-C6A729753B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44000" y="756000"/>
            <a:ext cx="9504000" cy="5652000"/>
          </a:xfrm>
          <a:prstGeom prst="roundRect">
            <a:avLst>
              <a:gd name="adj" fmla="val 3291"/>
            </a:avLst>
          </a:prstGeom>
          <a:solidFill>
            <a:schemeClr val="accent4">
              <a:lumMod val="20000"/>
              <a:lumOff val="80000"/>
              <a:alpha val="1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BE72AB1-7A46-4585-49D5-93708F1FA1D3}"/>
              </a:ext>
            </a:extLst>
          </p:cNvPr>
          <p:cNvSpPr/>
          <p:nvPr/>
        </p:nvSpPr>
        <p:spPr>
          <a:xfrm>
            <a:off x="2052000" y="1404000"/>
            <a:ext cx="1800000" cy="1800000"/>
          </a:xfrm>
          <a:prstGeom prst="roundRect">
            <a:avLst>
              <a:gd name="adj" fmla="val 9218"/>
            </a:avLst>
          </a:prstGeom>
          <a:solidFill>
            <a:srgbClr val="E3F6FD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CCF08A1-53E6-8F73-832F-95BB0B33B223}"/>
              </a:ext>
            </a:extLst>
          </p:cNvPr>
          <p:cNvSpPr/>
          <p:nvPr/>
        </p:nvSpPr>
        <p:spPr>
          <a:xfrm>
            <a:off x="3924000" y="1404000"/>
            <a:ext cx="3600000" cy="1800000"/>
          </a:xfrm>
          <a:prstGeom prst="roundRect">
            <a:avLst>
              <a:gd name="adj" fmla="val 9218"/>
            </a:avLst>
          </a:prstGeom>
          <a:solidFill>
            <a:srgbClr val="E3F6FD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51C9D6A-B8E1-BBE0-7EDD-E37EAC91828C}"/>
              </a:ext>
            </a:extLst>
          </p:cNvPr>
          <p:cNvSpPr/>
          <p:nvPr/>
        </p:nvSpPr>
        <p:spPr>
          <a:xfrm>
            <a:off x="2052000" y="861566"/>
            <a:ext cx="7771391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Welcome back, Administrator!</a:t>
            </a:r>
            <a:endParaRPr lang="vi-VN" sz="28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C1A533E-9253-DCCB-81DA-3B5FC228041D}"/>
              </a:ext>
            </a:extLst>
          </p:cNvPr>
          <p:cNvSpPr/>
          <p:nvPr/>
        </p:nvSpPr>
        <p:spPr>
          <a:xfrm>
            <a:off x="10872000" y="936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F1DDA18-349D-865D-A2F8-F03B6856322E}"/>
              </a:ext>
            </a:extLst>
          </p:cNvPr>
          <p:cNvSpPr/>
          <p:nvPr/>
        </p:nvSpPr>
        <p:spPr>
          <a:xfrm>
            <a:off x="9252000" y="936000"/>
            <a:ext cx="144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Default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9243DE2-F0C7-69EC-7075-974FE594408E}"/>
              </a:ext>
            </a:extLst>
          </p:cNvPr>
          <p:cNvSpPr/>
          <p:nvPr/>
        </p:nvSpPr>
        <p:spPr>
          <a:xfrm>
            <a:off x="6624000" y="3276000"/>
            <a:ext cx="900000" cy="900000"/>
          </a:xfrm>
          <a:prstGeom prst="roundRect">
            <a:avLst>
              <a:gd name="adj" fmla="val 16626"/>
            </a:avLst>
          </a:prstGeom>
          <a:solidFill>
            <a:srgbClr val="E3F6FD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69EBB05-29BD-6283-2105-25D18F0DE71F}"/>
              </a:ext>
            </a:extLst>
          </p:cNvPr>
          <p:cNvSpPr/>
          <p:nvPr/>
        </p:nvSpPr>
        <p:spPr>
          <a:xfrm>
            <a:off x="2052000" y="3276000"/>
            <a:ext cx="4500000" cy="900000"/>
          </a:xfrm>
          <a:prstGeom prst="roundRect">
            <a:avLst>
              <a:gd name="adj" fmla="val 16626"/>
            </a:avLst>
          </a:prstGeom>
          <a:solidFill>
            <a:srgbClr val="E3F6FD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42" name="Graphic 41" descr="Single gear with solid fill">
            <a:extLst>
              <a:ext uri="{FF2B5EF4-FFF2-40B4-BE49-F238E27FC236}">
                <a16:creationId xmlns:a16="http://schemas.microsoft.com/office/drawing/2014/main" id="{82928CC8-EA99-1C68-8BFF-DB4208C616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1165" y="5938838"/>
            <a:ext cx="360000" cy="3600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F3DA35A-D443-E553-FAD3-25E48C004A9F}"/>
              </a:ext>
            </a:extLst>
          </p:cNvPr>
          <p:cNvSpPr/>
          <p:nvPr/>
        </p:nvSpPr>
        <p:spPr>
          <a:xfrm>
            <a:off x="8721251" y="664164"/>
            <a:ext cx="1980000" cy="3600000"/>
          </a:xfrm>
          <a:prstGeom prst="roundRect">
            <a:avLst>
              <a:gd name="adj" fmla="val 7139"/>
            </a:avLst>
          </a:prstGeom>
          <a:solidFill>
            <a:schemeClr val="bg1"/>
          </a:solidFill>
          <a:ln w="63500">
            <a:noFill/>
          </a:ln>
          <a:effectLst>
            <a:outerShdw blurRad="254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5DB3E11-1BFB-A097-B611-26493C507434}"/>
              </a:ext>
            </a:extLst>
          </p:cNvPr>
          <p:cNvSpPr/>
          <p:nvPr/>
        </p:nvSpPr>
        <p:spPr>
          <a:xfrm>
            <a:off x="8791051" y="729935"/>
            <a:ext cx="1847437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accent4">
                    <a:lumMod val="50000"/>
                  </a:schemeClr>
                </a:solidFill>
              </a:rPr>
              <a:t>Notifications</a:t>
            </a:r>
            <a:endParaRPr lang="vi-VN" sz="12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5370EAB-0FE7-E2B7-6536-98B9738CBACE}"/>
              </a:ext>
            </a:extLst>
          </p:cNvPr>
          <p:cNvSpPr/>
          <p:nvPr/>
        </p:nvSpPr>
        <p:spPr>
          <a:xfrm>
            <a:off x="10278488" y="732369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6591A3A-2CD6-B99D-22C7-C96D9058A1BC}"/>
              </a:ext>
            </a:extLst>
          </p:cNvPr>
          <p:cNvSpPr/>
          <p:nvPr/>
        </p:nvSpPr>
        <p:spPr>
          <a:xfrm>
            <a:off x="8791051" y="1093966"/>
            <a:ext cx="1847437" cy="27196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Empty</a:t>
            </a:r>
            <a:endParaRPr lang="vi-VN" sz="10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3FFDF2F-2708-29B8-38B5-0F0B6098D98D}"/>
              </a:ext>
            </a:extLst>
          </p:cNvPr>
          <p:cNvSpPr/>
          <p:nvPr/>
        </p:nvSpPr>
        <p:spPr>
          <a:xfrm>
            <a:off x="8791051" y="3816000"/>
            <a:ext cx="1847437" cy="360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rgbClr val="C00000"/>
                </a:solidFill>
              </a:rPr>
              <a:t>Clear</a:t>
            </a:r>
            <a:endParaRPr lang="vi-VN" sz="1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093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A7309F-DF81-DC2A-88D9-5DF667DC01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C2AD4D5-70B1-CDDE-671E-5563890C524C}"/>
              </a:ext>
            </a:extLst>
          </p:cNvPr>
          <p:cNvSpPr/>
          <p:nvPr/>
        </p:nvSpPr>
        <p:spPr>
          <a:xfrm>
            <a:off x="9072000" y="110400"/>
            <a:ext cx="2376000" cy="504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A3F9301-3A7F-878F-8C8D-0E1D0876CEE1}"/>
              </a:ext>
            </a:extLst>
          </p:cNvPr>
          <p:cNvSpPr/>
          <p:nvPr/>
        </p:nvSpPr>
        <p:spPr>
          <a:xfrm>
            <a:off x="72000" y="5832000"/>
            <a:ext cx="1764000" cy="576000"/>
          </a:xfrm>
          <a:prstGeom prst="roundRect">
            <a:avLst>
              <a:gd name="adj" fmla="val 35133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A913426-264F-8550-A4D6-698243F95F4B}"/>
              </a:ext>
            </a:extLst>
          </p:cNvPr>
          <p:cNvSpPr/>
          <p:nvPr/>
        </p:nvSpPr>
        <p:spPr>
          <a:xfrm>
            <a:off x="72000" y="756000"/>
            <a:ext cx="1764000" cy="3240000"/>
          </a:xfrm>
          <a:prstGeom prst="roundRect">
            <a:avLst>
              <a:gd name="adj" fmla="val 10328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736D1B-D1A9-94E1-70D6-4C3CCB5AC11F}"/>
              </a:ext>
            </a:extLst>
          </p:cNvPr>
          <p:cNvSpPr txBox="1"/>
          <p:nvPr/>
        </p:nvSpPr>
        <p:spPr>
          <a:xfrm>
            <a:off x="810163" y="72000"/>
            <a:ext cx="809837" cy="576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gradFill flip="none" rotWithShape="1">
                  <a:gsLst>
                    <a:gs pos="49000">
                      <a:schemeClr val="accent4">
                        <a:lumMod val="50000"/>
                      </a:schemeClr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5400000" scaled="1"/>
                  <a:tileRect/>
                </a:gradFill>
                <a:latin typeface="Compacta" panose="02020500000000000000" pitchFamily="18" charset="0"/>
                <a:ea typeface="Compacta" panose="02020500000000000000" pitchFamily="18" charset="0"/>
                <a:cs typeface="Compacta" panose="02020500000000000000" pitchFamily="18" charset="0"/>
              </a:rPr>
              <a:t>i</a:t>
            </a:r>
            <a:r>
              <a:rPr lang="en-US" sz="3200" dirty="0">
                <a:solidFill>
                  <a:schemeClr val="accent4">
                    <a:lumMod val="50000"/>
                  </a:schemeClr>
                </a:solidFill>
                <a:latin typeface="Compacta" panose="02020500000000000000" pitchFamily="18" charset="0"/>
                <a:ea typeface="Compacta" panose="02020500000000000000" pitchFamily="18" charset="0"/>
                <a:cs typeface="Compacta" panose="02020500000000000000" pitchFamily="18" charset="0"/>
              </a:rPr>
              <a:t>Park</a:t>
            </a:r>
            <a:endParaRPr lang="en-US" sz="2400" dirty="0">
              <a:solidFill>
                <a:schemeClr val="accent4">
                  <a:lumMod val="50000"/>
                </a:schemeClr>
              </a:solidFill>
              <a:latin typeface="Compacta" panose="02020500000000000000" pitchFamily="18" charset="0"/>
              <a:ea typeface="Compacta" panose="02020500000000000000" pitchFamily="18" charset="0"/>
              <a:cs typeface="Compacta" panose="02020500000000000000" pitchFamily="18" charset="0"/>
            </a:endParaRPr>
          </a:p>
        </p:txBody>
      </p:sp>
      <p:pic>
        <p:nvPicPr>
          <p:cNvPr id="9" name="Picture 8" descr="A blue and white logo&#10;&#10;AI-generated content may be incorrect.">
            <a:extLst>
              <a:ext uri="{FF2B5EF4-FFF2-40B4-BE49-F238E27FC236}">
                <a16:creationId xmlns:a16="http://schemas.microsoft.com/office/drawing/2014/main" id="{D46A4676-2DF8-E123-499B-81E24AD0C9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0" y="108000"/>
            <a:ext cx="504000" cy="50400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504FFDF-FA0E-7B09-C7FF-B9D1D4D24AF3}"/>
              </a:ext>
            </a:extLst>
          </p:cNvPr>
          <p:cNvSpPr/>
          <p:nvPr/>
        </p:nvSpPr>
        <p:spPr>
          <a:xfrm>
            <a:off x="288000" y="1368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Parking</a:t>
            </a:r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A5185B-C836-9DF7-5056-841539AB2B52}"/>
              </a:ext>
            </a:extLst>
          </p:cNvPr>
          <p:cNvSpPr/>
          <p:nvPr/>
        </p:nvSpPr>
        <p:spPr>
          <a:xfrm>
            <a:off x="288000" y="1872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Staffs</a:t>
            </a:r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1DA16DD-E87E-6E47-C347-F7F1CC779FA4}"/>
              </a:ext>
            </a:extLst>
          </p:cNvPr>
          <p:cNvSpPr>
            <a:spLocks/>
          </p:cNvSpPr>
          <p:nvPr/>
        </p:nvSpPr>
        <p:spPr>
          <a:xfrm>
            <a:off x="288000" y="2376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Accounts</a:t>
            </a:r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DC0C31C-898D-B80F-A878-FA18FE061033}"/>
              </a:ext>
            </a:extLst>
          </p:cNvPr>
          <p:cNvSpPr>
            <a:spLocks/>
          </p:cNvSpPr>
          <p:nvPr/>
        </p:nvSpPr>
        <p:spPr>
          <a:xfrm>
            <a:off x="288000" y="2880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Configuration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E8E8985-D377-AE24-8262-73113EA979AC}"/>
              </a:ext>
            </a:extLst>
          </p:cNvPr>
          <p:cNvSpPr/>
          <p:nvPr/>
        </p:nvSpPr>
        <p:spPr>
          <a:xfrm>
            <a:off x="288000" y="864000"/>
            <a:ext cx="1440000" cy="504000"/>
          </a:xfrm>
          <a:prstGeom prst="roundRect">
            <a:avLst>
              <a:gd name="adj" fmla="val 27151"/>
            </a:avLst>
          </a:prstGeom>
          <a:gradFill flip="none" rotWithShape="1">
            <a:gsLst>
              <a:gs pos="10000">
                <a:schemeClr val="accent4">
                  <a:lumMod val="50000"/>
                </a:schemeClr>
              </a:gs>
              <a:gs pos="100000">
                <a:schemeClr val="accent4">
                  <a:alpha val="20000"/>
                  <a:lumMod val="20000"/>
                  <a:lumOff val="80000"/>
                </a:schemeClr>
              </a:gs>
            </a:gsLst>
            <a:lin ang="0" scaled="1"/>
            <a:tileRect/>
          </a:gra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Home</a:t>
            </a:r>
            <a:endParaRPr lang="vi-VN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FFB8347-7BDC-88A9-3A02-17CB545D0D28}"/>
              </a:ext>
            </a:extLst>
          </p:cNvPr>
          <p:cNvSpPr>
            <a:spLocks/>
          </p:cNvSpPr>
          <p:nvPr/>
        </p:nvSpPr>
        <p:spPr>
          <a:xfrm>
            <a:off x="288000" y="3384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History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4BDC152-F93D-C2FA-1292-299AE4ABC0F1}"/>
              </a:ext>
            </a:extLst>
          </p:cNvPr>
          <p:cNvSpPr>
            <a:spLocks/>
          </p:cNvSpPr>
          <p:nvPr/>
        </p:nvSpPr>
        <p:spPr>
          <a:xfrm>
            <a:off x="471488" y="5868000"/>
            <a:ext cx="1256513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Settings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96E7165-E724-1C2B-4430-81A22AC6D1F3}"/>
              </a:ext>
            </a:extLst>
          </p:cNvPr>
          <p:cNvSpPr/>
          <p:nvPr/>
        </p:nvSpPr>
        <p:spPr>
          <a:xfrm>
            <a:off x="144000" y="936000"/>
            <a:ext cx="90000" cy="36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4">
                  <a:lumMod val="7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D4D164F-E383-D5E9-1ACA-D7A2824E1F82}"/>
              </a:ext>
            </a:extLst>
          </p:cNvPr>
          <p:cNvGrpSpPr/>
          <p:nvPr/>
        </p:nvGrpSpPr>
        <p:grpSpPr>
          <a:xfrm>
            <a:off x="10862065" y="170065"/>
            <a:ext cx="379870" cy="379870"/>
            <a:chOff x="10877259" y="170065"/>
            <a:chExt cx="379870" cy="379870"/>
          </a:xfrm>
        </p:grpSpPr>
        <p:pic>
          <p:nvPicPr>
            <p:cNvPr id="7" name="Graphic 6" descr="User with solid fill">
              <a:extLst>
                <a:ext uri="{FF2B5EF4-FFF2-40B4-BE49-F238E27FC236}">
                  <a16:creationId xmlns:a16="http://schemas.microsoft.com/office/drawing/2014/main" id="{B8E37742-5000-3F9B-C297-6622A366B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12429" t="3890" r="11865" b="20403"/>
            <a:stretch/>
          </p:blipFill>
          <p:spPr>
            <a:xfrm>
              <a:off x="10919942" y="221864"/>
              <a:ext cx="294505" cy="294505"/>
            </a:xfrm>
            <a:prstGeom prst="ellipse">
              <a:avLst/>
            </a:prstGeom>
          </p:spPr>
        </p:pic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669580F-924E-F2FD-98EB-5C7CA2D079D6}"/>
                </a:ext>
              </a:extLst>
            </p:cNvPr>
            <p:cNvSpPr/>
            <p:nvPr/>
          </p:nvSpPr>
          <p:spPr>
            <a:xfrm>
              <a:off x="10877259" y="170065"/>
              <a:ext cx="379870" cy="379870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76861BE-1EC4-5887-6A44-84266204C853}"/>
              </a:ext>
            </a:extLst>
          </p:cNvPr>
          <p:cNvSpPr/>
          <p:nvPr/>
        </p:nvSpPr>
        <p:spPr>
          <a:xfrm>
            <a:off x="10332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BC79E98-A1A8-0F77-16C3-29AD847C6079}"/>
              </a:ext>
            </a:extLst>
          </p:cNvPr>
          <p:cNvSpPr/>
          <p:nvPr/>
        </p:nvSpPr>
        <p:spPr>
          <a:xfrm>
            <a:off x="9792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C474626-A4B8-B3A2-605E-1A045F78E84F}"/>
              </a:ext>
            </a:extLst>
          </p:cNvPr>
          <p:cNvSpPr/>
          <p:nvPr/>
        </p:nvSpPr>
        <p:spPr>
          <a:xfrm>
            <a:off x="9252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16A3874-8384-E937-0051-C6A729753B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44000" y="756000"/>
            <a:ext cx="9504000" cy="5652000"/>
          </a:xfrm>
          <a:prstGeom prst="roundRect">
            <a:avLst>
              <a:gd name="adj" fmla="val 3291"/>
            </a:avLst>
          </a:prstGeom>
          <a:solidFill>
            <a:schemeClr val="accent4">
              <a:lumMod val="20000"/>
              <a:lumOff val="80000"/>
              <a:alpha val="1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BE72AB1-7A46-4585-49D5-93708F1FA1D3}"/>
              </a:ext>
            </a:extLst>
          </p:cNvPr>
          <p:cNvSpPr/>
          <p:nvPr/>
        </p:nvSpPr>
        <p:spPr>
          <a:xfrm>
            <a:off x="2052000" y="1404000"/>
            <a:ext cx="1800000" cy="1800000"/>
          </a:xfrm>
          <a:prstGeom prst="roundRect">
            <a:avLst>
              <a:gd name="adj" fmla="val 9218"/>
            </a:avLst>
          </a:prstGeom>
          <a:solidFill>
            <a:srgbClr val="E3F6FD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CCF08A1-53E6-8F73-832F-95BB0B33B223}"/>
              </a:ext>
            </a:extLst>
          </p:cNvPr>
          <p:cNvSpPr/>
          <p:nvPr/>
        </p:nvSpPr>
        <p:spPr>
          <a:xfrm>
            <a:off x="3924000" y="1404000"/>
            <a:ext cx="3600000" cy="1800000"/>
          </a:xfrm>
          <a:prstGeom prst="roundRect">
            <a:avLst>
              <a:gd name="adj" fmla="val 9218"/>
            </a:avLst>
          </a:prstGeom>
          <a:solidFill>
            <a:srgbClr val="E3F6FD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51C9D6A-B8E1-BBE0-7EDD-E37EAC91828C}"/>
              </a:ext>
            </a:extLst>
          </p:cNvPr>
          <p:cNvSpPr/>
          <p:nvPr/>
        </p:nvSpPr>
        <p:spPr>
          <a:xfrm>
            <a:off x="2052000" y="865744"/>
            <a:ext cx="7771391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Welcome back, Administrator!</a:t>
            </a:r>
            <a:endParaRPr lang="vi-VN" sz="28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C1A533E-9253-DCCB-81DA-3B5FC228041D}"/>
              </a:ext>
            </a:extLst>
          </p:cNvPr>
          <p:cNvSpPr/>
          <p:nvPr/>
        </p:nvSpPr>
        <p:spPr>
          <a:xfrm>
            <a:off x="10872000" y="936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F1DDA18-349D-865D-A2F8-F03B6856322E}"/>
              </a:ext>
            </a:extLst>
          </p:cNvPr>
          <p:cNvSpPr/>
          <p:nvPr/>
        </p:nvSpPr>
        <p:spPr>
          <a:xfrm>
            <a:off x="9252000" y="936000"/>
            <a:ext cx="144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Default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9243DE2-F0C7-69EC-7075-974FE594408E}"/>
              </a:ext>
            </a:extLst>
          </p:cNvPr>
          <p:cNvSpPr/>
          <p:nvPr/>
        </p:nvSpPr>
        <p:spPr>
          <a:xfrm>
            <a:off x="6624000" y="3276000"/>
            <a:ext cx="900000" cy="900000"/>
          </a:xfrm>
          <a:prstGeom prst="roundRect">
            <a:avLst>
              <a:gd name="adj" fmla="val 16626"/>
            </a:avLst>
          </a:prstGeom>
          <a:solidFill>
            <a:srgbClr val="E3F6FD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69EBB05-29BD-6283-2105-25D18F0DE71F}"/>
              </a:ext>
            </a:extLst>
          </p:cNvPr>
          <p:cNvSpPr/>
          <p:nvPr/>
        </p:nvSpPr>
        <p:spPr>
          <a:xfrm>
            <a:off x="2052000" y="3276000"/>
            <a:ext cx="4500000" cy="900000"/>
          </a:xfrm>
          <a:prstGeom prst="roundRect">
            <a:avLst>
              <a:gd name="adj" fmla="val 16626"/>
            </a:avLst>
          </a:prstGeom>
          <a:solidFill>
            <a:srgbClr val="E3F6FD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42" name="Graphic 41" descr="Single gear with solid fill">
            <a:extLst>
              <a:ext uri="{FF2B5EF4-FFF2-40B4-BE49-F238E27FC236}">
                <a16:creationId xmlns:a16="http://schemas.microsoft.com/office/drawing/2014/main" id="{82928CC8-EA99-1C68-8BFF-DB4208C616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1165" y="5938838"/>
            <a:ext cx="360000" cy="360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DF191D-D5A2-5042-384F-371601FDAD5B}"/>
              </a:ext>
            </a:extLst>
          </p:cNvPr>
          <p:cNvSpPr/>
          <p:nvPr/>
        </p:nvSpPr>
        <p:spPr>
          <a:xfrm>
            <a:off x="1865931" y="108001"/>
            <a:ext cx="4980137" cy="1223824"/>
          </a:xfrm>
          <a:prstGeom prst="roundRect">
            <a:avLst>
              <a:gd name="adj" fmla="val 10871"/>
            </a:avLst>
          </a:prstGeom>
          <a:solidFill>
            <a:schemeClr val="bg1"/>
          </a:solidFill>
          <a:ln w="63500">
            <a:noFill/>
          </a:ln>
          <a:effectLst>
            <a:outerShdw blurRad="254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F220D06-C493-923E-F9B6-CF626DF373CF}"/>
              </a:ext>
            </a:extLst>
          </p:cNvPr>
          <p:cNvSpPr/>
          <p:nvPr/>
        </p:nvSpPr>
        <p:spPr>
          <a:xfrm>
            <a:off x="1944000" y="180000"/>
            <a:ext cx="4824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change</a:t>
            </a:r>
            <a:endParaRPr lang="vi-VN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226E94B-03F8-DE2C-E415-6ACA8CAC8476}"/>
              </a:ext>
            </a:extLst>
          </p:cNvPr>
          <p:cNvSpPr/>
          <p:nvPr/>
        </p:nvSpPr>
        <p:spPr>
          <a:xfrm>
            <a:off x="6408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86756B5-9427-052F-0D4B-DE11E22F2518}"/>
              </a:ext>
            </a:extLst>
          </p:cNvPr>
          <p:cNvSpPr/>
          <p:nvPr/>
        </p:nvSpPr>
        <p:spPr>
          <a:xfrm>
            <a:off x="596435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DB091D7-18CD-812C-E101-AF0A048F06D6}"/>
              </a:ext>
            </a:extLst>
          </p:cNvPr>
          <p:cNvSpPr/>
          <p:nvPr/>
        </p:nvSpPr>
        <p:spPr>
          <a:xfrm>
            <a:off x="1944000" y="534387"/>
            <a:ext cx="4824000" cy="360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Accounts &gt; Security &gt; </a:t>
            </a: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</a:rPr>
              <a:t>Change </a:t>
            </a:r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passwords </a:t>
            </a:r>
            <a:endParaRPr lang="vi-VN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684A671-91F2-46A4-DAD9-02A634497CE7}"/>
              </a:ext>
            </a:extLst>
          </p:cNvPr>
          <p:cNvSpPr/>
          <p:nvPr/>
        </p:nvSpPr>
        <p:spPr>
          <a:xfrm>
            <a:off x="1944000" y="894601"/>
            <a:ext cx="4824000" cy="360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Configuration &gt; Parking fees &gt; </a:t>
            </a: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</a:rPr>
              <a:t>Change</a:t>
            </a:r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fee </a:t>
            </a:r>
            <a:endParaRPr lang="vi-VN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469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A7309F-DF81-DC2A-88D9-5DF667DC01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C2AD4D5-70B1-CDDE-671E-5563890C524C}"/>
              </a:ext>
            </a:extLst>
          </p:cNvPr>
          <p:cNvSpPr/>
          <p:nvPr/>
        </p:nvSpPr>
        <p:spPr>
          <a:xfrm>
            <a:off x="9072000" y="110400"/>
            <a:ext cx="2376000" cy="504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A3F9301-3A7F-878F-8C8D-0E1D0876CEE1}"/>
              </a:ext>
            </a:extLst>
          </p:cNvPr>
          <p:cNvSpPr/>
          <p:nvPr/>
        </p:nvSpPr>
        <p:spPr>
          <a:xfrm>
            <a:off x="72000" y="5832000"/>
            <a:ext cx="1764000" cy="576000"/>
          </a:xfrm>
          <a:prstGeom prst="roundRect">
            <a:avLst>
              <a:gd name="adj" fmla="val 35133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A913426-264F-8550-A4D6-698243F95F4B}"/>
              </a:ext>
            </a:extLst>
          </p:cNvPr>
          <p:cNvSpPr/>
          <p:nvPr/>
        </p:nvSpPr>
        <p:spPr>
          <a:xfrm>
            <a:off x="72000" y="756000"/>
            <a:ext cx="1764000" cy="3240000"/>
          </a:xfrm>
          <a:prstGeom prst="roundRect">
            <a:avLst>
              <a:gd name="adj" fmla="val 10328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736D1B-D1A9-94E1-70D6-4C3CCB5AC11F}"/>
              </a:ext>
            </a:extLst>
          </p:cNvPr>
          <p:cNvSpPr txBox="1"/>
          <p:nvPr/>
        </p:nvSpPr>
        <p:spPr>
          <a:xfrm>
            <a:off x="810163" y="7200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4">
                    <a:lumMod val="20000"/>
                    <a:lumOff val="80000"/>
                  </a:schemeClr>
                </a:solidFill>
                <a:latin typeface="Compacta" panose="02020500000000000000" pitchFamily="18" charset="0"/>
                <a:ea typeface="Compacta" panose="02020500000000000000" pitchFamily="18" charset="0"/>
                <a:cs typeface="Compacta" panose="02020500000000000000" pitchFamily="18" charset="0"/>
              </a:rPr>
              <a:t>i</a:t>
            </a:r>
            <a:r>
              <a:rPr lang="en-US" sz="3200" dirty="0">
                <a:solidFill>
                  <a:schemeClr val="accent4">
                    <a:lumMod val="20000"/>
                    <a:lumOff val="80000"/>
                  </a:schemeClr>
                </a:solidFill>
                <a:latin typeface="Compacta" panose="02020500000000000000" pitchFamily="18" charset="0"/>
                <a:ea typeface="Compacta" panose="02020500000000000000" pitchFamily="18" charset="0"/>
                <a:cs typeface="Compacta" panose="02020500000000000000" pitchFamily="18" charset="0"/>
              </a:rPr>
              <a:t>Park</a:t>
            </a:r>
            <a:endParaRPr lang="en-US" sz="2400" dirty="0">
              <a:solidFill>
                <a:schemeClr val="accent4">
                  <a:lumMod val="20000"/>
                  <a:lumOff val="80000"/>
                </a:schemeClr>
              </a:solidFill>
              <a:latin typeface="Compacta" panose="02020500000000000000" pitchFamily="18" charset="0"/>
              <a:ea typeface="Compacta" panose="02020500000000000000" pitchFamily="18" charset="0"/>
              <a:cs typeface="Compacta" panose="02020500000000000000" pitchFamily="18" charset="0"/>
            </a:endParaRPr>
          </a:p>
        </p:txBody>
      </p:sp>
      <p:pic>
        <p:nvPicPr>
          <p:cNvPr id="9" name="Picture 8" descr="A blue and white logo&#10;&#10;AI-generated content may be incorrect.">
            <a:extLst>
              <a:ext uri="{FF2B5EF4-FFF2-40B4-BE49-F238E27FC236}">
                <a16:creationId xmlns:a16="http://schemas.microsoft.com/office/drawing/2014/main" id="{D46A4676-2DF8-E123-499B-81E24AD0C9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0" y="108000"/>
            <a:ext cx="504000" cy="50400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504FFDF-FA0E-7B09-C7FF-B9D1D4D24AF3}"/>
              </a:ext>
            </a:extLst>
          </p:cNvPr>
          <p:cNvSpPr/>
          <p:nvPr/>
        </p:nvSpPr>
        <p:spPr>
          <a:xfrm>
            <a:off x="288000" y="1368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F8FCFE"/>
                </a:solidFill>
              </a:rPr>
              <a:t>  Parking</a:t>
            </a:r>
            <a:endParaRPr lang="vi-VN" dirty="0">
              <a:solidFill>
                <a:srgbClr val="F8FCFE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A5185B-C836-9DF7-5056-841539AB2B52}"/>
              </a:ext>
            </a:extLst>
          </p:cNvPr>
          <p:cNvSpPr/>
          <p:nvPr/>
        </p:nvSpPr>
        <p:spPr>
          <a:xfrm>
            <a:off x="288000" y="1872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F8FCFE"/>
                </a:solidFill>
              </a:rPr>
              <a:t>  Staffs</a:t>
            </a:r>
            <a:endParaRPr lang="vi-VN" dirty="0">
              <a:solidFill>
                <a:srgbClr val="F8FCFE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1DA16DD-E87E-6E47-C347-F7F1CC779FA4}"/>
              </a:ext>
            </a:extLst>
          </p:cNvPr>
          <p:cNvSpPr>
            <a:spLocks/>
          </p:cNvSpPr>
          <p:nvPr/>
        </p:nvSpPr>
        <p:spPr>
          <a:xfrm>
            <a:off x="288000" y="2376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F8FCFE"/>
                </a:solidFill>
              </a:rPr>
              <a:t>  Accounts</a:t>
            </a:r>
            <a:endParaRPr lang="vi-VN" dirty="0">
              <a:solidFill>
                <a:srgbClr val="F8FCFE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DC0C31C-898D-B80F-A878-FA18FE061033}"/>
              </a:ext>
            </a:extLst>
          </p:cNvPr>
          <p:cNvSpPr>
            <a:spLocks/>
          </p:cNvSpPr>
          <p:nvPr/>
        </p:nvSpPr>
        <p:spPr>
          <a:xfrm>
            <a:off x="288000" y="2880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F8FCFE"/>
                </a:solidFill>
              </a:rPr>
              <a:t>  Configuration</a:t>
            </a:r>
            <a:endParaRPr lang="vi-VN" sz="1200" dirty="0">
              <a:solidFill>
                <a:srgbClr val="F8FCFE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E8E8985-D377-AE24-8262-73113EA979AC}"/>
              </a:ext>
            </a:extLst>
          </p:cNvPr>
          <p:cNvSpPr/>
          <p:nvPr/>
        </p:nvSpPr>
        <p:spPr>
          <a:xfrm>
            <a:off x="288000" y="864000"/>
            <a:ext cx="1440000" cy="504000"/>
          </a:xfrm>
          <a:prstGeom prst="roundRect">
            <a:avLst>
              <a:gd name="adj" fmla="val 27151"/>
            </a:avLst>
          </a:prstGeom>
          <a:gradFill flip="none" rotWithShape="1">
            <a:gsLst>
              <a:gs pos="55000">
                <a:srgbClr val="6BB2CE"/>
              </a:gs>
              <a:gs pos="10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75000"/>
                  <a:alpha val="0"/>
                </a:schemeClr>
              </a:gs>
            </a:gsLst>
            <a:lin ang="0" scaled="1"/>
            <a:tileRect/>
          </a:gra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2"/>
                </a:solidFill>
              </a:rPr>
              <a:t>  </a:t>
            </a:r>
            <a:r>
              <a:rPr lang="en-US" sz="12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Home</a:t>
            </a:r>
            <a:endParaRPr lang="vi-VN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FFB8347-7BDC-88A9-3A02-17CB545D0D28}"/>
              </a:ext>
            </a:extLst>
          </p:cNvPr>
          <p:cNvSpPr>
            <a:spLocks/>
          </p:cNvSpPr>
          <p:nvPr/>
        </p:nvSpPr>
        <p:spPr>
          <a:xfrm>
            <a:off x="288000" y="3384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F8FCFE"/>
                </a:solidFill>
              </a:rPr>
              <a:t>  Log Viewer</a:t>
            </a:r>
            <a:endParaRPr lang="vi-VN" sz="1200" dirty="0">
              <a:solidFill>
                <a:srgbClr val="F8FCFE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4BDC152-F93D-C2FA-1292-299AE4ABC0F1}"/>
              </a:ext>
            </a:extLst>
          </p:cNvPr>
          <p:cNvSpPr>
            <a:spLocks/>
          </p:cNvSpPr>
          <p:nvPr/>
        </p:nvSpPr>
        <p:spPr>
          <a:xfrm>
            <a:off x="471488" y="5868000"/>
            <a:ext cx="1256513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F8FCFE"/>
                </a:solidFill>
              </a:rPr>
              <a:t>  Settings</a:t>
            </a:r>
            <a:endParaRPr lang="vi-VN" sz="1200" dirty="0">
              <a:solidFill>
                <a:srgbClr val="F8FCFE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96E7165-E724-1C2B-4430-81A22AC6D1F3}"/>
              </a:ext>
            </a:extLst>
          </p:cNvPr>
          <p:cNvSpPr/>
          <p:nvPr/>
        </p:nvSpPr>
        <p:spPr>
          <a:xfrm>
            <a:off x="144000" y="936000"/>
            <a:ext cx="90000" cy="36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4">
                  <a:lumMod val="75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D4D164F-E383-D5E9-1ACA-D7A2824E1F82}"/>
              </a:ext>
            </a:extLst>
          </p:cNvPr>
          <p:cNvGrpSpPr/>
          <p:nvPr/>
        </p:nvGrpSpPr>
        <p:grpSpPr>
          <a:xfrm>
            <a:off x="10862065" y="170065"/>
            <a:ext cx="379870" cy="379870"/>
            <a:chOff x="10877259" y="170065"/>
            <a:chExt cx="379870" cy="379870"/>
          </a:xfrm>
        </p:grpSpPr>
        <p:pic>
          <p:nvPicPr>
            <p:cNvPr id="7" name="Graphic 6" descr="User with solid fill">
              <a:extLst>
                <a:ext uri="{FF2B5EF4-FFF2-40B4-BE49-F238E27FC236}">
                  <a16:creationId xmlns:a16="http://schemas.microsoft.com/office/drawing/2014/main" id="{B8E37742-5000-3F9B-C297-6622A366B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12429" t="3890" r="11865" b="20403"/>
            <a:stretch/>
          </p:blipFill>
          <p:spPr>
            <a:xfrm>
              <a:off x="10919942" y="221864"/>
              <a:ext cx="294505" cy="294505"/>
            </a:xfrm>
            <a:prstGeom prst="ellipse">
              <a:avLst/>
            </a:prstGeom>
          </p:spPr>
        </p:pic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669580F-924E-F2FD-98EB-5C7CA2D079D6}"/>
                </a:ext>
              </a:extLst>
            </p:cNvPr>
            <p:cNvSpPr/>
            <p:nvPr/>
          </p:nvSpPr>
          <p:spPr>
            <a:xfrm>
              <a:off x="10877259" y="170065"/>
              <a:ext cx="379870" cy="379870"/>
            </a:xfrm>
            <a:prstGeom prst="ellipse">
              <a:avLst/>
            </a:prstGeom>
            <a:noFill/>
            <a:ln w="38100">
              <a:solidFill>
                <a:srgbClr val="F8FCF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F220D06-C493-923E-F9B6-CF626DF373CF}"/>
              </a:ext>
            </a:extLst>
          </p:cNvPr>
          <p:cNvSpPr/>
          <p:nvPr/>
        </p:nvSpPr>
        <p:spPr>
          <a:xfrm>
            <a:off x="1944000" y="180000"/>
            <a:ext cx="4824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F8FCFE"/>
                </a:solidFill>
              </a:rPr>
              <a:t>  </a:t>
            </a:r>
            <a:r>
              <a:rPr lang="en-US" sz="1200" dirty="0">
                <a:solidFill>
                  <a:schemeClr val="bg2"/>
                </a:solidFill>
              </a:rPr>
              <a:t>Search</a:t>
            </a:r>
            <a:endParaRPr lang="vi-VN" dirty="0">
              <a:solidFill>
                <a:schemeClr val="bg2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76861BE-1EC4-5887-6A44-84266204C853}"/>
              </a:ext>
            </a:extLst>
          </p:cNvPr>
          <p:cNvSpPr/>
          <p:nvPr/>
        </p:nvSpPr>
        <p:spPr>
          <a:xfrm>
            <a:off x="10332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  <a:alpha val="5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BC79E98-A1A8-0F77-16C3-29AD847C6079}"/>
              </a:ext>
            </a:extLst>
          </p:cNvPr>
          <p:cNvSpPr/>
          <p:nvPr/>
        </p:nvSpPr>
        <p:spPr>
          <a:xfrm>
            <a:off x="9792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  <a:alpha val="5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C474626-A4B8-B3A2-605E-1A045F78E84F}"/>
              </a:ext>
            </a:extLst>
          </p:cNvPr>
          <p:cNvSpPr/>
          <p:nvPr/>
        </p:nvSpPr>
        <p:spPr>
          <a:xfrm>
            <a:off x="9252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  <a:alpha val="5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226E94B-03F8-DE2C-E415-6ACA8CAC8476}"/>
              </a:ext>
            </a:extLst>
          </p:cNvPr>
          <p:cNvSpPr/>
          <p:nvPr/>
        </p:nvSpPr>
        <p:spPr>
          <a:xfrm>
            <a:off x="6408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  <a:alpha val="5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16A3874-8384-E937-0051-C6A729753B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44000" y="756000"/>
            <a:ext cx="9504000" cy="5652000"/>
          </a:xfrm>
          <a:prstGeom prst="roundRect">
            <a:avLst>
              <a:gd name="adj" fmla="val 3291"/>
            </a:avLst>
          </a:prstGeom>
          <a:solidFill>
            <a:schemeClr val="accent4">
              <a:lumMod val="20000"/>
              <a:lumOff val="80000"/>
              <a:alpha val="1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BE72AB1-7A46-4585-49D5-93708F1FA1D3}"/>
              </a:ext>
            </a:extLst>
          </p:cNvPr>
          <p:cNvSpPr/>
          <p:nvPr/>
        </p:nvSpPr>
        <p:spPr>
          <a:xfrm>
            <a:off x="2052000" y="1404000"/>
            <a:ext cx="1800000" cy="1800000"/>
          </a:xfrm>
          <a:prstGeom prst="roundRect">
            <a:avLst>
              <a:gd name="adj" fmla="val 9218"/>
            </a:avLst>
          </a:prstGeom>
          <a:solidFill>
            <a:schemeClr val="accent4">
              <a:lumMod val="20000"/>
              <a:lumOff val="80000"/>
              <a:alpha val="5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CCF08A1-53E6-8F73-832F-95BB0B33B223}"/>
              </a:ext>
            </a:extLst>
          </p:cNvPr>
          <p:cNvSpPr/>
          <p:nvPr/>
        </p:nvSpPr>
        <p:spPr>
          <a:xfrm>
            <a:off x="3924000" y="1404000"/>
            <a:ext cx="3600000" cy="1800000"/>
          </a:xfrm>
          <a:prstGeom prst="roundRect">
            <a:avLst>
              <a:gd name="adj" fmla="val 9218"/>
            </a:avLst>
          </a:prstGeom>
          <a:solidFill>
            <a:schemeClr val="accent4">
              <a:lumMod val="20000"/>
              <a:lumOff val="80000"/>
              <a:alpha val="5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51C9D6A-B8E1-BBE0-7EDD-E37EAC91828C}"/>
              </a:ext>
            </a:extLst>
          </p:cNvPr>
          <p:cNvSpPr/>
          <p:nvPr/>
        </p:nvSpPr>
        <p:spPr>
          <a:xfrm>
            <a:off x="2052000" y="864000"/>
            <a:ext cx="7771391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F8FCFE"/>
                </a:solidFill>
              </a:rPr>
              <a:t>Welcome back, Administrator!</a:t>
            </a:r>
            <a:endParaRPr lang="vi-VN" sz="2800" b="1" dirty="0">
              <a:solidFill>
                <a:srgbClr val="F8FCFE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C1A533E-9253-DCCB-81DA-3B5FC228041D}"/>
              </a:ext>
            </a:extLst>
          </p:cNvPr>
          <p:cNvSpPr/>
          <p:nvPr/>
        </p:nvSpPr>
        <p:spPr>
          <a:xfrm>
            <a:off x="10872000" y="936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  <a:alpha val="5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F1DDA18-349D-865D-A2F8-F03B6856322E}"/>
              </a:ext>
            </a:extLst>
          </p:cNvPr>
          <p:cNvSpPr/>
          <p:nvPr/>
        </p:nvSpPr>
        <p:spPr>
          <a:xfrm>
            <a:off x="9252000" y="936000"/>
            <a:ext cx="144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  <a:alpha val="5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8FCFE"/>
                </a:solidFill>
              </a:rPr>
              <a:t>Default</a:t>
            </a:r>
            <a:endParaRPr lang="vi-VN" sz="1200" dirty="0">
              <a:solidFill>
                <a:srgbClr val="F8FCFE"/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9243DE2-F0C7-69EC-7075-974FE594408E}"/>
              </a:ext>
            </a:extLst>
          </p:cNvPr>
          <p:cNvSpPr/>
          <p:nvPr/>
        </p:nvSpPr>
        <p:spPr>
          <a:xfrm>
            <a:off x="6624000" y="3276000"/>
            <a:ext cx="900000" cy="900000"/>
          </a:xfrm>
          <a:prstGeom prst="roundRect">
            <a:avLst>
              <a:gd name="adj" fmla="val 16626"/>
            </a:avLst>
          </a:prstGeom>
          <a:solidFill>
            <a:schemeClr val="accent4">
              <a:lumMod val="20000"/>
              <a:lumOff val="80000"/>
              <a:alpha val="5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69EBB05-29BD-6283-2105-25D18F0DE71F}"/>
              </a:ext>
            </a:extLst>
          </p:cNvPr>
          <p:cNvSpPr/>
          <p:nvPr/>
        </p:nvSpPr>
        <p:spPr>
          <a:xfrm>
            <a:off x="2052000" y="3276000"/>
            <a:ext cx="4500000" cy="900000"/>
          </a:xfrm>
          <a:prstGeom prst="roundRect">
            <a:avLst>
              <a:gd name="adj" fmla="val 16626"/>
            </a:avLst>
          </a:prstGeom>
          <a:solidFill>
            <a:schemeClr val="accent4">
              <a:lumMod val="20000"/>
              <a:lumOff val="80000"/>
              <a:alpha val="5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42" name="Graphic 41" descr="Single gear with solid fill">
            <a:extLst>
              <a:ext uri="{FF2B5EF4-FFF2-40B4-BE49-F238E27FC236}">
                <a16:creationId xmlns:a16="http://schemas.microsoft.com/office/drawing/2014/main" id="{82928CC8-EA99-1C68-8BFF-DB4208C616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1165" y="5938838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58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A7309F-DF81-DC2A-88D9-5DF667DC01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C2AD4D5-70B1-CDDE-671E-5563890C524C}"/>
              </a:ext>
            </a:extLst>
          </p:cNvPr>
          <p:cNvSpPr/>
          <p:nvPr/>
        </p:nvSpPr>
        <p:spPr>
          <a:xfrm>
            <a:off x="9072000" y="110400"/>
            <a:ext cx="2376000" cy="504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A3F9301-3A7F-878F-8C8D-0E1D0876CEE1}"/>
              </a:ext>
            </a:extLst>
          </p:cNvPr>
          <p:cNvSpPr/>
          <p:nvPr/>
        </p:nvSpPr>
        <p:spPr>
          <a:xfrm>
            <a:off x="72000" y="5832000"/>
            <a:ext cx="1764000" cy="576000"/>
          </a:xfrm>
          <a:prstGeom prst="roundRect">
            <a:avLst>
              <a:gd name="adj" fmla="val 35133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A913426-264F-8550-A4D6-698243F95F4B}"/>
              </a:ext>
            </a:extLst>
          </p:cNvPr>
          <p:cNvSpPr/>
          <p:nvPr/>
        </p:nvSpPr>
        <p:spPr>
          <a:xfrm>
            <a:off x="72000" y="756000"/>
            <a:ext cx="1764000" cy="3240000"/>
          </a:xfrm>
          <a:prstGeom prst="roundRect">
            <a:avLst>
              <a:gd name="adj" fmla="val 10328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736D1B-D1A9-94E1-70D6-4C3CCB5AC11F}"/>
              </a:ext>
            </a:extLst>
          </p:cNvPr>
          <p:cNvSpPr txBox="1"/>
          <p:nvPr/>
        </p:nvSpPr>
        <p:spPr>
          <a:xfrm>
            <a:off x="810163" y="7200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4">
                    <a:lumMod val="20000"/>
                    <a:lumOff val="80000"/>
                  </a:schemeClr>
                </a:solidFill>
                <a:latin typeface="Compacta" panose="02020500000000000000" pitchFamily="18" charset="0"/>
                <a:ea typeface="Compacta" panose="02020500000000000000" pitchFamily="18" charset="0"/>
                <a:cs typeface="Compacta" panose="02020500000000000000" pitchFamily="18" charset="0"/>
              </a:rPr>
              <a:t>i</a:t>
            </a:r>
            <a:r>
              <a:rPr lang="en-US" sz="3200" dirty="0">
                <a:solidFill>
                  <a:schemeClr val="accent4">
                    <a:lumMod val="20000"/>
                    <a:lumOff val="80000"/>
                  </a:schemeClr>
                </a:solidFill>
                <a:latin typeface="Compacta" panose="02020500000000000000" pitchFamily="18" charset="0"/>
                <a:ea typeface="Compacta" panose="02020500000000000000" pitchFamily="18" charset="0"/>
                <a:cs typeface="Compacta" panose="02020500000000000000" pitchFamily="18" charset="0"/>
              </a:rPr>
              <a:t>Park</a:t>
            </a:r>
            <a:endParaRPr lang="en-US" sz="2400" dirty="0">
              <a:solidFill>
                <a:schemeClr val="accent4">
                  <a:lumMod val="20000"/>
                  <a:lumOff val="80000"/>
                </a:schemeClr>
              </a:solidFill>
              <a:latin typeface="Compacta" panose="02020500000000000000" pitchFamily="18" charset="0"/>
              <a:ea typeface="Compacta" panose="02020500000000000000" pitchFamily="18" charset="0"/>
              <a:cs typeface="Compacta" panose="02020500000000000000" pitchFamily="18" charset="0"/>
            </a:endParaRPr>
          </a:p>
        </p:txBody>
      </p:sp>
      <p:pic>
        <p:nvPicPr>
          <p:cNvPr id="9" name="Picture 8" descr="A blue and white logo&#10;&#10;AI-generated content may be incorrect.">
            <a:extLst>
              <a:ext uri="{FF2B5EF4-FFF2-40B4-BE49-F238E27FC236}">
                <a16:creationId xmlns:a16="http://schemas.microsoft.com/office/drawing/2014/main" id="{D46A4676-2DF8-E123-499B-81E24AD0C9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0" y="108000"/>
            <a:ext cx="504000" cy="50400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504FFDF-FA0E-7B09-C7FF-B9D1D4D24AF3}"/>
              </a:ext>
            </a:extLst>
          </p:cNvPr>
          <p:cNvSpPr/>
          <p:nvPr/>
        </p:nvSpPr>
        <p:spPr>
          <a:xfrm>
            <a:off x="288000" y="1368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F8FCFE"/>
                </a:solidFill>
              </a:rPr>
              <a:t>  Bãi đậu</a:t>
            </a:r>
            <a:endParaRPr lang="vi-VN" dirty="0">
              <a:solidFill>
                <a:srgbClr val="F8FCFE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A5185B-C836-9DF7-5056-841539AB2B52}"/>
              </a:ext>
            </a:extLst>
          </p:cNvPr>
          <p:cNvSpPr/>
          <p:nvPr/>
        </p:nvSpPr>
        <p:spPr>
          <a:xfrm>
            <a:off x="288000" y="1872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F8FCFE"/>
                </a:solidFill>
              </a:rPr>
              <a:t>  Nhân viên</a:t>
            </a:r>
            <a:endParaRPr lang="vi-VN" dirty="0">
              <a:solidFill>
                <a:srgbClr val="F8FCFE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1DA16DD-E87E-6E47-C347-F7F1CC779FA4}"/>
              </a:ext>
            </a:extLst>
          </p:cNvPr>
          <p:cNvSpPr>
            <a:spLocks/>
          </p:cNvSpPr>
          <p:nvPr/>
        </p:nvSpPr>
        <p:spPr>
          <a:xfrm>
            <a:off x="288000" y="2376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F8FCFE"/>
                </a:solidFill>
              </a:rPr>
              <a:t>  Tài khoản</a:t>
            </a:r>
            <a:endParaRPr lang="vi-VN" dirty="0">
              <a:solidFill>
                <a:srgbClr val="F8FCFE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DC0C31C-898D-B80F-A878-FA18FE061033}"/>
              </a:ext>
            </a:extLst>
          </p:cNvPr>
          <p:cNvSpPr>
            <a:spLocks/>
          </p:cNvSpPr>
          <p:nvPr/>
        </p:nvSpPr>
        <p:spPr>
          <a:xfrm>
            <a:off x="288000" y="2880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F8FCFE"/>
                </a:solidFill>
              </a:rPr>
              <a:t>  Thiết lập</a:t>
            </a:r>
            <a:endParaRPr lang="vi-VN" sz="1200" dirty="0">
              <a:solidFill>
                <a:srgbClr val="F8FCFE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E8E8985-D377-AE24-8262-73113EA979AC}"/>
              </a:ext>
            </a:extLst>
          </p:cNvPr>
          <p:cNvSpPr/>
          <p:nvPr/>
        </p:nvSpPr>
        <p:spPr>
          <a:xfrm>
            <a:off x="288000" y="864000"/>
            <a:ext cx="1440000" cy="504000"/>
          </a:xfrm>
          <a:prstGeom prst="roundRect">
            <a:avLst>
              <a:gd name="adj" fmla="val 27151"/>
            </a:avLst>
          </a:prstGeom>
          <a:gradFill flip="none" rotWithShape="1">
            <a:gsLst>
              <a:gs pos="55000">
                <a:srgbClr val="6BB2CE"/>
              </a:gs>
              <a:gs pos="10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75000"/>
                  <a:alpha val="0"/>
                </a:schemeClr>
              </a:gs>
            </a:gsLst>
            <a:lin ang="0" scaled="1"/>
            <a:tileRect/>
          </a:gra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2"/>
                </a:solidFill>
              </a:rPr>
              <a:t>  </a:t>
            </a:r>
            <a:r>
              <a:rPr lang="en-US" sz="12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Trang chủ</a:t>
            </a:r>
            <a:endParaRPr lang="vi-VN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FFB8347-7BDC-88A9-3A02-17CB545D0D28}"/>
              </a:ext>
            </a:extLst>
          </p:cNvPr>
          <p:cNvSpPr>
            <a:spLocks/>
          </p:cNvSpPr>
          <p:nvPr/>
        </p:nvSpPr>
        <p:spPr>
          <a:xfrm>
            <a:off x="288000" y="3384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F8FCFE"/>
                </a:solidFill>
              </a:rPr>
              <a:t>  Lịch sử</a:t>
            </a:r>
            <a:endParaRPr lang="vi-VN" sz="1200" dirty="0">
              <a:solidFill>
                <a:srgbClr val="F8FCFE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4BDC152-F93D-C2FA-1292-299AE4ABC0F1}"/>
              </a:ext>
            </a:extLst>
          </p:cNvPr>
          <p:cNvSpPr>
            <a:spLocks/>
          </p:cNvSpPr>
          <p:nvPr/>
        </p:nvSpPr>
        <p:spPr>
          <a:xfrm>
            <a:off x="471488" y="5868000"/>
            <a:ext cx="1256513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F8FCFE"/>
                </a:solidFill>
              </a:rPr>
              <a:t>  Cài đặt</a:t>
            </a:r>
            <a:endParaRPr lang="vi-VN" sz="1200" dirty="0">
              <a:solidFill>
                <a:srgbClr val="F8FCFE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96E7165-E724-1C2B-4430-81A22AC6D1F3}"/>
              </a:ext>
            </a:extLst>
          </p:cNvPr>
          <p:cNvSpPr/>
          <p:nvPr/>
        </p:nvSpPr>
        <p:spPr>
          <a:xfrm>
            <a:off x="144000" y="936000"/>
            <a:ext cx="90000" cy="36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4">
                  <a:lumMod val="75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D4D164F-E383-D5E9-1ACA-D7A2824E1F82}"/>
              </a:ext>
            </a:extLst>
          </p:cNvPr>
          <p:cNvGrpSpPr/>
          <p:nvPr/>
        </p:nvGrpSpPr>
        <p:grpSpPr>
          <a:xfrm>
            <a:off x="10862065" y="170065"/>
            <a:ext cx="379870" cy="379870"/>
            <a:chOff x="10877259" y="170065"/>
            <a:chExt cx="379870" cy="379870"/>
          </a:xfrm>
        </p:grpSpPr>
        <p:pic>
          <p:nvPicPr>
            <p:cNvPr id="7" name="Graphic 6" descr="User with solid fill">
              <a:extLst>
                <a:ext uri="{FF2B5EF4-FFF2-40B4-BE49-F238E27FC236}">
                  <a16:creationId xmlns:a16="http://schemas.microsoft.com/office/drawing/2014/main" id="{B8E37742-5000-3F9B-C297-6622A366B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12429" t="3890" r="11865" b="20403"/>
            <a:stretch/>
          </p:blipFill>
          <p:spPr>
            <a:xfrm>
              <a:off x="10919942" y="221864"/>
              <a:ext cx="294505" cy="294505"/>
            </a:xfrm>
            <a:prstGeom prst="ellipse">
              <a:avLst/>
            </a:prstGeom>
          </p:spPr>
        </p:pic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669580F-924E-F2FD-98EB-5C7CA2D079D6}"/>
                </a:ext>
              </a:extLst>
            </p:cNvPr>
            <p:cNvSpPr/>
            <p:nvPr/>
          </p:nvSpPr>
          <p:spPr>
            <a:xfrm>
              <a:off x="10877259" y="170065"/>
              <a:ext cx="379870" cy="379870"/>
            </a:xfrm>
            <a:prstGeom prst="ellipse">
              <a:avLst/>
            </a:prstGeom>
            <a:noFill/>
            <a:ln w="38100">
              <a:solidFill>
                <a:srgbClr val="F8FCF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F220D06-C493-923E-F9B6-CF626DF373CF}"/>
              </a:ext>
            </a:extLst>
          </p:cNvPr>
          <p:cNvSpPr/>
          <p:nvPr/>
        </p:nvSpPr>
        <p:spPr>
          <a:xfrm>
            <a:off x="1944000" y="180000"/>
            <a:ext cx="4824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</a:rPr>
              <a:t>  Tìm kiếm</a:t>
            </a:r>
            <a:endParaRPr lang="vi-VN" dirty="0">
              <a:solidFill>
                <a:schemeClr val="bg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76861BE-1EC4-5887-6A44-84266204C853}"/>
              </a:ext>
            </a:extLst>
          </p:cNvPr>
          <p:cNvSpPr/>
          <p:nvPr/>
        </p:nvSpPr>
        <p:spPr>
          <a:xfrm>
            <a:off x="10332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  <a:alpha val="5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BC79E98-A1A8-0F77-16C3-29AD847C6079}"/>
              </a:ext>
            </a:extLst>
          </p:cNvPr>
          <p:cNvSpPr/>
          <p:nvPr/>
        </p:nvSpPr>
        <p:spPr>
          <a:xfrm>
            <a:off x="9792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  <a:alpha val="5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C474626-A4B8-B3A2-605E-1A045F78E84F}"/>
              </a:ext>
            </a:extLst>
          </p:cNvPr>
          <p:cNvSpPr/>
          <p:nvPr/>
        </p:nvSpPr>
        <p:spPr>
          <a:xfrm>
            <a:off x="9252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  <a:alpha val="5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226E94B-03F8-DE2C-E415-6ACA8CAC8476}"/>
              </a:ext>
            </a:extLst>
          </p:cNvPr>
          <p:cNvSpPr/>
          <p:nvPr/>
        </p:nvSpPr>
        <p:spPr>
          <a:xfrm>
            <a:off x="6408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  <a:alpha val="5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16A3874-8384-E937-0051-C6A729753B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44000" y="756000"/>
            <a:ext cx="9504000" cy="5652000"/>
          </a:xfrm>
          <a:prstGeom prst="roundRect">
            <a:avLst>
              <a:gd name="adj" fmla="val 3291"/>
            </a:avLst>
          </a:prstGeom>
          <a:solidFill>
            <a:schemeClr val="accent4">
              <a:lumMod val="20000"/>
              <a:lumOff val="80000"/>
              <a:alpha val="1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BE72AB1-7A46-4585-49D5-93708F1FA1D3}"/>
              </a:ext>
            </a:extLst>
          </p:cNvPr>
          <p:cNvSpPr/>
          <p:nvPr/>
        </p:nvSpPr>
        <p:spPr>
          <a:xfrm>
            <a:off x="2052000" y="1404000"/>
            <a:ext cx="1800000" cy="1800000"/>
          </a:xfrm>
          <a:prstGeom prst="roundRect">
            <a:avLst>
              <a:gd name="adj" fmla="val 9218"/>
            </a:avLst>
          </a:prstGeom>
          <a:solidFill>
            <a:schemeClr val="accent4">
              <a:lumMod val="20000"/>
              <a:lumOff val="80000"/>
              <a:alpha val="5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CCF08A1-53E6-8F73-832F-95BB0B33B223}"/>
              </a:ext>
            </a:extLst>
          </p:cNvPr>
          <p:cNvSpPr/>
          <p:nvPr/>
        </p:nvSpPr>
        <p:spPr>
          <a:xfrm>
            <a:off x="3924000" y="1404000"/>
            <a:ext cx="3600000" cy="1800000"/>
          </a:xfrm>
          <a:prstGeom prst="roundRect">
            <a:avLst>
              <a:gd name="adj" fmla="val 9218"/>
            </a:avLst>
          </a:prstGeom>
          <a:solidFill>
            <a:schemeClr val="accent4">
              <a:lumMod val="20000"/>
              <a:lumOff val="80000"/>
              <a:alpha val="5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51C9D6A-B8E1-BBE0-7EDD-E37EAC91828C}"/>
              </a:ext>
            </a:extLst>
          </p:cNvPr>
          <p:cNvSpPr/>
          <p:nvPr/>
        </p:nvSpPr>
        <p:spPr>
          <a:xfrm>
            <a:off x="2052000" y="861566"/>
            <a:ext cx="7771391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F8FCFE"/>
                </a:solidFill>
              </a:rPr>
              <a:t>Chào mừng trở lại, Administrator!</a:t>
            </a:r>
            <a:endParaRPr lang="vi-VN" sz="2800" b="1" dirty="0">
              <a:solidFill>
                <a:srgbClr val="F8FCFE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C1A533E-9253-DCCB-81DA-3B5FC228041D}"/>
              </a:ext>
            </a:extLst>
          </p:cNvPr>
          <p:cNvSpPr/>
          <p:nvPr/>
        </p:nvSpPr>
        <p:spPr>
          <a:xfrm>
            <a:off x="10872000" y="936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  <a:alpha val="5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F1DDA18-349D-865D-A2F8-F03B6856322E}"/>
              </a:ext>
            </a:extLst>
          </p:cNvPr>
          <p:cNvSpPr/>
          <p:nvPr/>
        </p:nvSpPr>
        <p:spPr>
          <a:xfrm>
            <a:off x="9252000" y="936000"/>
            <a:ext cx="144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  <a:alpha val="5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Mặc định</a:t>
            </a:r>
            <a:endParaRPr lang="vi-VN" sz="1200" dirty="0">
              <a:solidFill>
                <a:schemeClr val="bg1"/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9243DE2-F0C7-69EC-7075-974FE594408E}"/>
              </a:ext>
            </a:extLst>
          </p:cNvPr>
          <p:cNvSpPr/>
          <p:nvPr/>
        </p:nvSpPr>
        <p:spPr>
          <a:xfrm>
            <a:off x="6624000" y="3276000"/>
            <a:ext cx="900000" cy="900000"/>
          </a:xfrm>
          <a:prstGeom prst="roundRect">
            <a:avLst>
              <a:gd name="adj" fmla="val 16626"/>
            </a:avLst>
          </a:prstGeom>
          <a:solidFill>
            <a:schemeClr val="accent4">
              <a:lumMod val="20000"/>
              <a:lumOff val="80000"/>
              <a:alpha val="5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69EBB05-29BD-6283-2105-25D18F0DE71F}"/>
              </a:ext>
            </a:extLst>
          </p:cNvPr>
          <p:cNvSpPr/>
          <p:nvPr/>
        </p:nvSpPr>
        <p:spPr>
          <a:xfrm>
            <a:off x="2052000" y="3276000"/>
            <a:ext cx="4500000" cy="900000"/>
          </a:xfrm>
          <a:prstGeom prst="roundRect">
            <a:avLst>
              <a:gd name="adj" fmla="val 16626"/>
            </a:avLst>
          </a:prstGeom>
          <a:solidFill>
            <a:schemeClr val="accent4">
              <a:lumMod val="20000"/>
              <a:lumOff val="80000"/>
              <a:alpha val="5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42" name="Graphic 41" descr="Single gear with solid fill">
            <a:extLst>
              <a:ext uri="{FF2B5EF4-FFF2-40B4-BE49-F238E27FC236}">
                <a16:creationId xmlns:a16="http://schemas.microsoft.com/office/drawing/2014/main" id="{82928CC8-EA99-1C68-8BFF-DB4208C616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1165" y="5938838"/>
            <a:ext cx="360000" cy="360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7DCE0AD-E07D-D42D-FFEE-FCEC0595C4EA}"/>
              </a:ext>
            </a:extLst>
          </p:cNvPr>
          <p:cNvSpPr/>
          <p:nvPr/>
        </p:nvSpPr>
        <p:spPr>
          <a:xfrm>
            <a:off x="9252000" y="664165"/>
            <a:ext cx="1980000" cy="1224000"/>
          </a:xfrm>
          <a:prstGeom prst="roundRect">
            <a:avLst>
              <a:gd name="adj" fmla="val 10218"/>
            </a:avLst>
          </a:prstGeom>
          <a:solidFill>
            <a:schemeClr val="tx1">
              <a:lumMod val="95000"/>
              <a:lumOff val="5000"/>
            </a:schemeClr>
          </a:solidFill>
          <a:ln w="63500">
            <a:noFill/>
          </a:ln>
          <a:effectLst>
            <a:outerShdw blurRad="2540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FD3A833-510D-BAAC-F6D5-1E50E58DC979}"/>
              </a:ext>
            </a:extLst>
          </p:cNvPr>
          <p:cNvSpPr/>
          <p:nvPr/>
        </p:nvSpPr>
        <p:spPr>
          <a:xfrm>
            <a:off x="9321800" y="729935"/>
            <a:ext cx="1847437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bg1"/>
                </a:solidFill>
              </a:rPr>
              <a:t>Administrator</a:t>
            </a:r>
            <a:endParaRPr lang="vi-VN" sz="1200" b="1" dirty="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90652BE-0410-B476-3298-3739CC7A0788}"/>
              </a:ext>
            </a:extLst>
          </p:cNvPr>
          <p:cNvSpPr/>
          <p:nvPr/>
        </p:nvSpPr>
        <p:spPr>
          <a:xfrm>
            <a:off x="10809237" y="732369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172F20E-55E8-2B5D-59FA-BB453CB7C07F}"/>
              </a:ext>
            </a:extLst>
          </p:cNvPr>
          <p:cNvSpPr/>
          <p:nvPr/>
        </p:nvSpPr>
        <p:spPr>
          <a:xfrm>
            <a:off x="9321800" y="1093966"/>
            <a:ext cx="1847437" cy="360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F8FCFE"/>
                </a:solidFill>
              </a:rPr>
              <a:t>Đổi password</a:t>
            </a:r>
            <a:endParaRPr lang="vi-VN" sz="1200" dirty="0">
              <a:solidFill>
                <a:srgbClr val="F8FCFE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B9604BE-BD1B-D496-8C50-565F5B1DF40C}"/>
              </a:ext>
            </a:extLst>
          </p:cNvPr>
          <p:cNvSpPr/>
          <p:nvPr/>
        </p:nvSpPr>
        <p:spPr>
          <a:xfrm>
            <a:off x="9321800" y="1457850"/>
            <a:ext cx="1847437" cy="360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rgbClr val="FF0000"/>
                </a:solidFill>
              </a:rPr>
              <a:t>Đăng xuất</a:t>
            </a:r>
            <a:endParaRPr lang="vi-VN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3434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A7309F-DF81-DC2A-88D9-5DF667DC01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16A3874-8384-E937-0051-C6A729753B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44000" y="756000"/>
            <a:ext cx="9504000" cy="5652000"/>
          </a:xfrm>
          <a:prstGeom prst="roundRect">
            <a:avLst>
              <a:gd name="adj" fmla="val 3291"/>
            </a:avLst>
          </a:prstGeom>
          <a:solidFill>
            <a:schemeClr val="accent4">
              <a:lumMod val="20000"/>
              <a:lumOff val="80000"/>
              <a:alpha val="1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711CB96-279A-D461-94F8-1CBB1F352BC8}"/>
              </a:ext>
            </a:extLst>
          </p:cNvPr>
          <p:cNvSpPr/>
          <p:nvPr/>
        </p:nvSpPr>
        <p:spPr>
          <a:xfrm>
            <a:off x="2493928" y="1760174"/>
            <a:ext cx="8738071" cy="353890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C2AD4D5-70B1-CDDE-671E-5563890C524C}"/>
              </a:ext>
            </a:extLst>
          </p:cNvPr>
          <p:cNvSpPr/>
          <p:nvPr/>
        </p:nvSpPr>
        <p:spPr>
          <a:xfrm>
            <a:off x="9072000" y="110400"/>
            <a:ext cx="2376000" cy="504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A3F9301-3A7F-878F-8C8D-0E1D0876CEE1}"/>
              </a:ext>
            </a:extLst>
          </p:cNvPr>
          <p:cNvSpPr/>
          <p:nvPr/>
        </p:nvSpPr>
        <p:spPr>
          <a:xfrm>
            <a:off x="72000" y="5832000"/>
            <a:ext cx="1764000" cy="576000"/>
          </a:xfrm>
          <a:prstGeom prst="roundRect">
            <a:avLst>
              <a:gd name="adj" fmla="val 35133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A913426-264F-8550-A4D6-698243F95F4B}"/>
              </a:ext>
            </a:extLst>
          </p:cNvPr>
          <p:cNvSpPr/>
          <p:nvPr/>
        </p:nvSpPr>
        <p:spPr>
          <a:xfrm>
            <a:off x="72000" y="756000"/>
            <a:ext cx="1764000" cy="3240000"/>
          </a:xfrm>
          <a:prstGeom prst="roundRect">
            <a:avLst>
              <a:gd name="adj" fmla="val 10328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736D1B-D1A9-94E1-70D6-4C3CCB5AC11F}"/>
              </a:ext>
            </a:extLst>
          </p:cNvPr>
          <p:cNvSpPr txBox="1"/>
          <p:nvPr/>
        </p:nvSpPr>
        <p:spPr>
          <a:xfrm>
            <a:off x="810163" y="72000"/>
            <a:ext cx="809837" cy="576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gradFill flip="none" rotWithShape="1">
                  <a:gsLst>
                    <a:gs pos="49000">
                      <a:schemeClr val="accent4">
                        <a:lumMod val="50000"/>
                      </a:schemeClr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5400000" scaled="1"/>
                  <a:tileRect/>
                </a:gradFill>
                <a:latin typeface="Compacta" panose="02020500000000000000" pitchFamily="18" charset="0"/>
                <a:ea typeface="Compacta" panose="02020500000000000000" pitchFamily="18" charset="0"/>
                <a:cs typeface="Compacta" panose="02020500000000000000" pitchFamily="18" charset="0"/>
              </a:rPr>
              <a:t>i</a:t>
            </a:r>
            <a:r>
              <a:rPr lang="en-US" sz="3200" dirty="0">
                <a:solidFill>
                  <a:schemeClr val="accent4">
                    <a:lumMod val="50000"/>
                  </a:schemeClr>
                </a:solidFill>
                <a:latin typeface="Compacta" panose="02020500000000000000" pitchFamily="18" charset="0"/>
                <a:ea typeface="Compacta" panose="02020500000000000000" pitchFamily="18" charset="0"/>
                <a:cs typeface="Compacta" panose="02020500000000000000" pitchFamily="18" charset="0"/>
              </a:rPr>
              <a:t>Park</a:t>
            </a:r>
            <a:endParaRPr lang="en-US" sz="2400" dirty="0">
              <a:solidFill>
                <a:schemeClr val="accent4">
                  <a:lumMod val="50000"/>
                </a:schemeClr>
              </a:solidFill>
              <a:latin typeface="Compacta" panose="02020500000000000000" pitchFamily="18" charset="0"/>
              <a:ea typeface="Compacta" panose="02020500000000000000" pitchFamily="18" charset="0"/>
              <a:cs typeface="Compacta" panose="02020500000000000000" pitchFamily="18" charset="0"/>
            </a:endParaRPr>
          </a:p>
        </p:txBody>
      </p:sp>
      <p:pic>
        <p:nvPicPr>
          <p:cNvPr id="9" name="Picture 8" descr="A blue and white logo&#10;&#10;AI-generated content may be incorrect.">
            <a:extLst>
              <a:ext uri="{FF2B5EF4-FFF2-40B4-BE49-F238E27FC236}">
                <a16:creationId xmlns:a16="http://schemas.microsoft.com/office/drawing/2014/main" id="{D46A4676-2DF8-E123-499B-81E24AD0C9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0" y="108000"/>
            <a:ext cx="504000" cy="50400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504FFDF-FA0E-7B09-C7FF-B9D1D4D24AF3}"/>
              </a:ext>
            </a:extLst>
          </p:cNvPr>
          <p:cNvSpPr/>
          <p:nvPr/>
        </p:nvSpPr>
        <p:spPr>
          <a:xfrm>
            <a:off x="288000" y="1368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Parking</a:t>
            </a:r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A5185B-C836-9DF7-5056-841539AB2B52}"/>
              </a:ext>
            </a:extLst>
          </p:cNvPr>
          <p:cNvSpPr/>
          <p:nvPr/>
        </p:nvSpPr>
        <p:spPr>
          <a:xfrm>
            <a:off x="288000" y="1872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Staffs</a:t>
            </a:r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1DA16DD-E87E-6E47-C347-F7F1CC779FA4}"/>
              </a:ext>
            </a:extLst>
          </p:cNvPr>
          <p:cNvSpPr>
            <a:spLocks/>
          </p:cNvSpPr>
          <p:nvPr/>
        </p:nvSpPr>
        <p:spPr>
          <a:xfrm>
            <a:off x="288000" y="2376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Accounts</a:t>
            </a:r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DC0C31C-898D-B80F-A878-FA18FE061033}"/>
              </a:ext>
            </a:extLst>
          </p:cNvPr>
          <p:cNvSpPr>
            <a:spLocks/>
          </p:cNvSpPr>
          <p:nvPr/>
        </p:nvSpPr>
        <p:spPr>
          <a:xfrm>
            <a:off x="288000" y="2880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Configuration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E8E8985-D377-AE24-8262-73113EA979AC}"/>
              </a:ext>
            </a:extLst>
          </p:cNvPr>
          <p:cNvSpPr/>
          <p:nvPr/>
        </p:nvSpPr>
        <p:spPr>
          <a:xfrm>
            <a:off x="288000" y="3384000"/>
            <a:ext cx="1440000" cy="504000"/>
          </a:xfrm>
          <a:prstGeom prst="roundRect">
            <a:avLst>
              <a:gd name="adj" fmla="val 27151"/>
            </a:avLst>
          </a:prstGeom>
          <a:gradFill flip="none" rotWithShape="1">
            <a:gsLst>
              <a:gs pos="10000">
                <a:schemeClr val="accent4">
                  <a:lumMod val="50000"/>
                </a:schemeClr>
              </a:gs>
              <a:gs pos="100000">
                <a:schemeClr val="accent4">
                  <a:alpha val="20000"/>
                  <a:lumMod val="20000"/>
                  <a:lumOff val="80000"/>
                </a:schemeClr>
              </a:gs>
            </a:gsLst>
            <a:lin ang="0" scaled="1"/>
            <a:tileRect/>
          </a:gra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History</a:t>
            </a:r>
            <a:endParaRPr lang="vi-VN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FFB8347-7BDC-88A9-3A02-17CB545D0D28}"/>
              </a:ext>
            </a:extLst>
          </p:cNvPr>
          <p:cNvSpPr>
            <a:spLocks/>
          </p:cNvSpPr>
          <p:nvPr/>
        </p:nvSpPr>
        <p:spPr>
          <a:xfrm>
            <a:off x="288000" y="900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Home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4BDC152-F93D-C2FA-1292-299AE4ABC0F1}"/>
              </a:ext>
            </a:extLst>
          </p:cNvPr>
          <p:cNvSpPr>
            <a:spLocks/>
          </p:cNvSpPr>
          <p:nvPr/>
        </p:nvSpPr>
        <p:spPr>
          <a:xfrm>
            <a:off x="471488" y="5868000"/>
            <a:ext cx="1256513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Settings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96E7165-E724-1C2B-4430-81A22AC6D1F3}"/>
              </a:ext>
            </a:extLst>
          </p:cNvPr>
          <p:cNvSpPr/>
          <p:nvPr/>
        </p:nvSpPr>
        <p:spPr>
          <a:xfrm>
            <a:off x="144000" y="3456000"/>
            <a:ext cx="90000" cy="36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4">
                  <a:lumMod val="7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D4D164F-E383-D5E9-1ACA-D7A2824E1F82}"/>
              </a:ext>
            </a:extLst>
          </p:cNvPr>
          <p:cNvGrpSpPr/>
          <p:nvPr/>
        </p:nvGrpSpPr>
        <p:grpSpPr>
          <a:xfrm>
            <a:off x="10862065" y="170065"/>
            <a:ext cx="379870" cy="379870"/>
            <a:chOff x="10877259" y="170065"/>
            <a:chExt cx="379870" cy="379870"/>
          </a:xfrm>
        </p:grpSpPr>
        <p:pic>
          <p:nvPicPr>
            <p:cNvPr id="7" name="Graphic 6" descr="User with solid fill">
              <a:extLst>
                <a:ext uri="{FF2B5EF4-FFF2-40B4-BE49-F238E27FC236}">
                  <a16:creationId xmlns:a16="http://schemas.microsoft.com/office/drawing/2014/main" id="{B8E37742-5000-3F9B-C297-6622A366B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12429" t="3890" r="11865" b="20403"/>
            <a:stretch/>
          </p:blipFill>
          <p:spPr>
            <a:xfrm>
              <a:off x="10919942" y="221864"/>
              <a:ext cx="294505" cy="294505"/>
            </a:xfrm>
            <a:prstGeom prst="ellipse">
              <a:avLst/>
            </a:prstGeom>
          </p:spPr>
        </p:pic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669580F-924E-F2FD-98EB-5C7CA2D079D6}"/>
                </a:ext>
              </a:extLst>
            </p:cNvPr>
            <p:cNvSpPr/>
            <p:nvPr/>
          </p:nvSpPr>
          <p:spPr>
            <a:xfrm>
              <a:off x="10877259" y="170065"/>
              <a:ext cx="379870" cy="379870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F220D06-C493-923E-F9B6-CF626DF373CF}"/>
              </a:ext>
            </a:extLst>
          </p:cNvPr>
          <p:cNvSpPr/>
          <p:nvPr/>
        </p:nvSpPr>
        <p:spPr>
          <a:xfrm>
            <a:off x="1944000" y="180000"/>
            <a:ext cx="4824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Search</a:t>
            </a:r>
            <a:endParaRPr lang="vi-VN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76861BE-1EC4-5887-6A44-84266204C853}"/>
              </a:ext>
            </a:extLst>
          </p:cNvPr>
          <p:cNvSpPr/>
          <p:nvPr/>
        </p:nvSpPr>
        <p:spPr>
          <a:xfrm>
            <a:off x="10332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BC79E98-A1A8-0F77-16C3-29AD847C6079}"/>
              </a:ext>
            </a:extLst>
          </p:cNvPr>
          <p:cNvSpPr/>
          <p:nvPr/>
        </p:nvSpPr>
        <p:spPr>
          <a:xfrm>
            <a:off x="9792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C474626-A4B8-B3A2-605E-1A045F78E84F}"/>
              </a:ext>
            </a:extLst>
          </p:cNvPr>
          <p:cNvSpPr/>
          <p:nvPr/>
        </p:nvSpPr>
        <p:spPr>
          <a:xfrm>
            <a:off x="9252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226E94B-03F8-DE2C-E415-6ACA8CAC8476}"/>
              </a:ext>
            </a:extLst>
          </p:cNvPr>
          <p:cNvSpPr/>
          <p:nvPr/>
        </p:nvSpPr>
        <p:spPr>
          <a:xfrm>
            <a:off x="6408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BE72AB1-7A46-4585-49D5-93708F1FA1D3}"/>
              </a:ext>
            </a:extLst>
          </p:cNvPr>
          <p:cNvSpPr/>
          <p:nvPr/>
        </p:nvSpPr>
        <p:spPr>
          <a:xfrm>
            <a:off x="2051999" y="2115888"/>
            <a:ext cx="9180001" cy="3710730"/>
          </a:xfrm>
          <a:prstGeom prst="roundRect">
            <a:avLst>
              <a:gd name="adj" fmla="val 3665"/>
            </a:avLst>
          </a:prstGeom>
          <a:solidFill>
            <a:srgbClr val="E3F6FD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51C9D6A-B8E1-BBE0-7EDD-E37EAC91828C}"/>
              </a:ext>
            </a:extLst>
          </p:cNvPr>
          <p:cNvSpPr/>
          <p:nvPr/>
        </p:nvSpPr>
        <p:spPr>
          <a:xfrm>
            <a:off x="2052000" y="850262"/>
            <a:ext cx="7771391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History</a:t>
            </a:r>
            <a:endParaRPr lang="vi-VN" sz="28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C1A533E-9253-DCCB-81DA-3B5FC228041D}"/>
              </a:ext>
            </a:extLst>
          </p:cNvPr>
          <p:cNvSpPr/>
          <p:nvPr/>
        </p:nvSpPr>
        <p:spPr>
          <a:xfrm>
            <a:off x="10628237" y="936000"/>
            <a:ext cx="603763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F1DDA18-349D-865D-A2F8-F03B6856322E}"/>
              </a:ext>
            </a:extLst>
          </p:cNvPr>
          <p:cNvSpPr/>
          <p:nvPr/>
        </p:nvSpPr>
        <p:spPr>
          <a:xfrm>
            <a:off x="9548237" y="936000"/>
            <a:ext cx="900000" cy="360000"/>
          </a:xfrm>
          <a:prstGeom prst="roundRect">
            <a:avLst>
              <a:gd name="adj" fmla="val 27151"/>
            </a:avLst>
          </a:prstGeom>
          <a:solidFill>
            <a:srgbClr val="FF4747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Clear</a:t>
            </a:r>
            <a:endParaRPr lang="vi-VN" sz="1200" b="1" dirty="0">
              <a:solidFill>
                <a:schemeClr val="bg1"/>
              </a:solidFill>
            </a:endParaRPr>
          </a:p>
        </p:txBody>
      </p:sp>
      <p:pic>
        <p:nvPicPr>
          <p:cNvPr id="42" name="Graphic 41" descr="Single gear with solid fill">
            <a:extLst>
              <a:ext uri="{FF2B5EF4-FFF2-40B4-BE49-F238E27FC236}">
                <a16:creationId xmlns:a16="http://schemas.microsoft.com/office/drawing/2014/main" id="{82928CC8-EA99-1C68-8BFF-DB4208C616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1165" y="5938838"/>
            <a:ext cx="360000" cy="3600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7A233F2-6C5E-5145-5C46-C0CE21B5B91E}"/>
              </a:ext>
            </a:extLst>
          </p:cNvPr>
          <p:cNvSpPr/>
          <p:nvPr/>
        </p:nvSpPr>
        <p:spPr>
          <a:xfrm>
            <a:off x="8468237" y="936000"/>
            <a:ext cx="90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4">
                    <a:lumMod val="50000"/>
                  </a:schemeClr>
                </a:solidFill>
              </a:rPr>
              <a:t>Export</a:t>
            </a:r>
            <a:endParaRPr lang="vi-VN" sz="12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43264F0-F0AE-0345-2B18-B30D91B8FF2C}"/>
              </a:ext>
            </a:extLst>
          </p:cNvPr>
          <p:cNvSpPr/>
          <p:nvPr/>
        </p:nvSpPr>
        <p:spPr>
          <a:xfrm>
            <a:off x="2493929" y="1753036"/>
            <a:ext cx="609055" cy="360000"/>
          </a:xfrm>
          <a:prstGeom prst="roundRect">
            <a:avLst>
              <a:gd name="adj" fmla="val 5000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ID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847DB72-30D7-821A-1F1C-20E961F5EE48}"/>
              </a:ext>
            </a:extLst>
          </p:cNvPr>
          <p:cNvSpPr/>
          <p:nvPr/>
        </p:nvSpPr>
        <p:spPr>
          <a:xfrm>
            <a:off x="3108325" y="1756566"/>
            <a:ext cx="1619268" cy="360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Event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8861B80-16F5-5687-7FAE-25F9F0B61EDC}"/>
              </a:ext>
            </a:extLst>
          </p:cNvPr>
          <p:cNvSpPr/>
          <p:nvPr/>
        </p:nvSpPr>
        <p:spPr>
          <a:xfrm>
            <a:off x="4727593" y="1751429"/>
            <a:ext cx="4344407" cy="360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Description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C783EA7-E0CF-1061-578D-66FEE460C2F1}"/>
              </a:ext>
            </a:extLst>
          </p:cNvPr>
          <p:cNvSpPr/>
          <p:nvPr/>
        </p:nvSpPr>
        <p:spPr>
          <a:xfrm>
            <a:off x="9671222" y="1750428"/>
            <a:ext cx="1570713" cy="36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4">
                  <a:lumMod val="50000"/>
                  <a:alpha val="5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16200000" scaled="1"/>
            <a:tileRect/>
          </a:gra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2"/>
                </a:solidFill>
              </a:rPr>
              <a:t>Time</a:t>
            </a:r>
            <a:endParaRPr lang="vi-VN" sz="1200" b="1" dirty="0">
              <a:solidFill>
                <a:schemeClr val="tx2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D34C529-EF05-697C-D977-95F5212EB1D0}"/>
              </a:ext>
            </a:extLst>
          </p:cNvPr>
          <p:cNvSpPr/>
          <p:nvPr/>
        </p:nvSpPr>
        <p:spPr>
          <a:xfrm>
            <a:off x="2205930" y="2251822"/>
            <a:ext cx="180000" cy="180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F7D45BB-FB67-7E64-E46F-E1E24E860612}"/>
              </a:ext>
            </a:extLst>
          </p:cNvPr>
          <p:cNvSpPr/>
          <p:nvPr/>
        </p:nvSpPr>
        <p:spPr>
          <a:xfrm>
            <a:off x="2205930" y="2611313"/>
            <a:ext cx="180000" cy="180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2A785F7-ED8E-0472-E420-986E93FD9053}"/>
              </a:ext>
            </a:extLst>
          </p:cNvPr>
          <p:cNvSpPr/>
          <p:nvPr/>
        </p:nvSpPr>
        <p:spPr>
          <a:xfrm>
            <a:off x="2493929" y="1813484"/>
            <a:ext cx="397663" cy="360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D16D557-F7B1-774A-F7C8-EBEA30657A91}"/>
              </a:ext>
            </a:extLst>
          </p:cNvPr>
          <p:cNvSpPr/>
          <p:nvPr/>
        </p:nvSpPr>
        <p:spPr>
          <a:xfrm>
            <a:off x="2493929" y="2197822"/>
            <a:ext cx="8643628" cy="288000"/>
          </a:xfrm>
          <a:prstGeom prst="roundRect">
            <a:avLst>
              <a:gd name="adj" fmla="val 27151"/>
            </a:avLst>
          </a:prstGeom>
          <a:solidFill>
            <a:schemeClr val="bg1">
              <a:alpha val="7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011	     MIO_in	              	             Member ID 00002 enters						      01             14:12, 01/01/2027  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FA1096A8-FB54-0C36-04EB-8D3EFFA9A759}"/>
              </a:ext>
            </a:extLst>
          </p:cNvPr>
          <p:cNvSpPr/>
          <p:nvPr/>
        </p:nvSpPr>
        <p:spPr>
          <a:xfrm>
            <a:off x="9072001" y="1752747"/>
            <a:ext cx="599222" cy="360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Park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43C051A5-A66B-CA23-E329-0FB9D3712C1D}"/>
              </a:ext>
            </a:extLst>
          </p:cNvPr>
          <p:cNvSpPr/>
          <p:nvPr/>
        </p:nvSpPr>
        <p:spPr>
          <a:xfrm>
            <a:off x="2493929" y="2562447"/>
            <a:ext cx="8643628" cy="288000"/>
          </a:xfrm>
          <a:prstGeom prst="roundRect">
            <a:avLst>
              <a:gd name="adj" fmla="val 27151"/>
            </a:avLst>
          </a:prstGeom>
          <a:solidFill>
            <a:schemeClr val="bg1">
              <a:alpha val="7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011	     MIO_in 	              	             Member ID 00001 enters						      01             12:11, 01/01/2027  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A55EF32-A506-4B6F-04D5-491F4093624C}"/>
              </a:ext>
            </a:extLst>
          </p:cNvPr>
          <p:cNvSpPr/>
          <p:nvPr/>
        </p:nvSpPr>
        <p:spPr>
          <a:xfrm>
            <a:off x="3208859" y="936000"/>
            <a:ext cx="3559141" cy="360000"/>
          </a:xfrm>
          <a:prstGeom prst="roundRect">
            <a:avLst>
              <a:gd name="adj" fmla="val 27151"/>
            </a:avLst>
          </a:prstGeom>
          <a:solidFill>
            <a:srgbClr val="E3F6FD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  <a:alpha val="60000"/>
                  </a:schemeClr>
                </a:solidFill>
              </a:rPr>
              <a:t>Search “History”</a:t>
            </a:r>
            <a:endParaRPr lang="vi-VN" sz="1200" dirty="0">
              <a:solidFill>
                <a:schemeClr val="accent4">
                  <a:lumMod val="75000"/>
                  <a:alpha val="60000"/>
                </a:schemeClr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407B70E-F5AD-C405-F9AF-99EFBA4D6196}"/>
              </a:ext>
            </a:extLst>
          </p:cNvPr>
          <p:cNvSpPr/>
          <p:nvPr/>
        </p:nvSpPr>
        <p:spPr>
          <a:xfrm>
            <a:off x="6948000" y="935746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FD1FB3-AE3B-53CB-D0BD-9B83240BB017}"/>
              </a:ext>
            </a:extLst>
          </p:cNvPr>
          <p:cNvSpPr/>
          <p:nvPr/>
        </p:nvSpPr>
        <p:spPr>
          <a:xfrm>
            <a:off x="2205930" y="2979817"/>
            <a:ext cx="180000" cy="180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D4834DA-0A92-B255-FA3F-8B56CCC125AB}"/>
              </a:ext>
            </a:extLst>
          </p:cNvPr>
          <p:cNvSpPr/>
          <p:nvPr/>
        </p:nvSpPr>
        <p:spPr>
          <a:xfrm>
            <a:off x="2205930" y="3339308"/>
            <a:ext cx="180000" cy="180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E1CEF7B3-5570-ECA4-E4E9-2E2FB0E956E8}"/>
              </a:ext>
            </a:extLst>
          </p:cNvPr>
          <p:cNvSpPr/>
          <p:nvPr/>
        </p:nvSpPr>
        <p:spPr>
          <a:xfrm>
            <a:off x="2493929" y="2925817"/>
            <a:ext cx="8643628" cy="288000"/>
          </a:xfrm>
          <a:prstGeom prst="roundRect">
            <a:avLst>
              <a:gd name="adj" fmla="val 27151"/>
            </a:avLst>
          </a:prstGeom>
          <a:solidFill>
            <a:schemeClr val="bg1">
              <a:alpha val="7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012	     MIO_out	              	             Member ID 00002 outs						      01             11:10, 01/01/2027  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250B072-0F42-DE4D-F8F5-5DAC16EFB55C}"/>
              </a:ext>
            </a:extLst>
          </p:cNvPr>
          <p:cNvSpPr/>
          <p:nvPr/>
        </p:nvSpPr>
        <p:spPr>
          <a:xfrm>
            <a:off x="2493929" y="3290442"/>
            <a:ext cx="8643628" cy="288000"/>
          </a:xfrm>
          <a:prstGeom prst="roundRect">
            <a:avLst>
              <a:gd name="adj" fmla="val 27151"/>
            </a:avLst>
          </a:prstGeom>
          <a:solidFill>
            <a:schemeClr val="bg1">
              <a:alpha val="7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012	     MIO_out 	              	             Member ID 00001 outs						      01             10:09, 01/01/2027  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0BF6ADF-D936-6B3A-D288-7DC1B6695070}"/>
              </a:ext>
            </a:extLst>
          </p:cNvPr>
          <p:cNvSpPr/>
          <p:nvPr/>
        </p:nvSpPr>
        <p:spPr>
          <a:xfrm>
            <a:off x="2205930" y="3709067"/>
            <a:ext cx="180000" cy="180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0F0E9203-F768-D2BF-00AE-28CDD466D73C}"/>
              </a:ext>
            </a:extLst>
          </p:cNvPr>
          <p:cNvSpPr/>
          <p:nvPr/>
        </p:nvSpPr>
        <p:spPr>
          <a:xfrm>
            <a:off x="2205930" y="4068558"/>
            <a:ext cx="180000" cy="180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1175C15-954C-FEB1-4322-4E5ECBC0E6BD}"/>
              </a:ext>
            </a:extLst>
          </p:cNvPr>
          <p:cNvSpPr/>
          <p:nvPr/>
        </p:nvSpPr>
        <p:spPr>
          <a:xfrm>
            <a:off x="2493929" y="3655067"/>
            <a:ext cx="8643628" cy="288000"/>
          </a:xfrm>
          <a:prstGeom prst="roundRect">
            <a:avLst>
              <a:gd name="adj" fmla="val 27151"/>
            </a:avLst>
          </a:prstGeom>
          <a:solidFill>
            <a:schemeClr val="bg1">
              <a:alpha val="7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032	     GuestIO_out           	             Guest_1008010127 outs						      02             10:08, 01/01/2027  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89EAB2F9-5676-C929-3C84-447E0F5672B3}"/>
              </a:ext>
            </a:extLst>
          </p:cNvPr>
          <p:cNvSpPr/>
          <p:nvPr/>
        </p:nvSpPr>
        <p:spPr>
          <a:xfrm>
            <a:off x="2493929" y="4019692"/>
            <a:ext cx="8643628" cy="288000"/>
          </a:xfrm>
          <a:prstGeom prst="roundRect">
            <a:avLst>
              <a:gd name="adj" fmla="val 27151"/>
            </a:avLst>
          </a:prstGeom>
          <a:solidFill>
            <a:schemeClr val="bg1">
              <a:alpha val="7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031	     GuestIO_in	              	             Guest_1008010127 enters						      02             10:07, 01/01/2027  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6FB976C-B954-7EE0-6318-961849D23C24}"/>
              </a:ext>
            </a:extLst>
          </p:cNvPr>
          <p:cNvSpPr/>
          <p:nvPr/>
        </p:nvSpPr>
        <p:spPr>
          <a:xfrm>
            <a:off x="2205930" y="4431147"/>
            <a:ext cx="180000" cy="180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36F65C39-E046-5FCE-F35C-5FB9CB586CE0}"/>
              </a:ext>
            </a:extLst>
          </p:cNvPr>
          <p:cNvSpPr/>
          <p:nvPr/>
        </p:nvSpPr>
        <p:spPr>
          <a:xfrm>
            <a:off x="2205930" y="4790638"/>
            <a:ext cx="180000" cy="180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BA269660-BB55-DF6B-E809-6A8749A4F47D}"/>
              </a:ext>
            </a:extLst>
          </p:cNvPr>
          <p:cNvSpPr/>
          <p:nvPr/>
        </p:nvSpPr>
        <p:spPr>
          <a:xfrm>
            <a:off x="2493929" y="4377147"/>
            <a:ext cx="8643628" cy="288000"/>
          </a:xfrm>
          <a:prstGeom prst="roundRect">
            <a:avLst>
              <a:gd name="adj" fmla="val 27151"/>
            </a:avLst>
          </a:prstGeom>
          <a:solidFill>
            <a:schemeClr val="bg1">
              <a:alpha val="7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022	     PMIO_out		             PMember ID 00001 outs						      01             07:01, 01/01/2027  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75EC02FF-70A4-1713-F93D-F5E6A1ECB351}"/>
              </a:ext>
            </a:extLst>
          </p:cNvPr>
          <p:cNvSpPr/>
          <p:nvPr/>
        </p:nvSpPr>
        <p:spPr>
          <a:xfrm>
            <a:off x="2493929" y="4741772"/>
            <a:ext cx="8643628" cy="288000"/>
          </a:xfrm>
          <a:prstGeom prst="roundRect">
            <a:avLst>
              <a:gd name="adj" fmla="val 27151"/>
            </a:avLst>
          </a:prstGeom>
          <a:solidFill>
            <a:schemeClr val="bg1">
              <a:alpha val="7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021	     PMIO_in 	              	             PMember ID 00001 enters						      01             17:47, 31/12/2026  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ADD47D22-269E-0FDD-E447-6478D22C16D1}"/>
              </a:ext>
            </a:extLst>
          </p:cNvPr>
          <p:cNvSpPr/>
          <p:nvPr/>
        </p:nvSpPr>
        <p:spPr>
          <a:xfrm>
            <a:off x="2205930" y="5160397"/>
            <a:ext cx="180000" cy="180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8DE018FE-FF4B-E58D-B23F-5600D04549A8}"/>
              </a:ext>
            </a:extLst>
          </p:cNvPr>
          <p:cNvSpPr/>
          <p:nvPr/>
        </p:nvSpPr>
        <p:spPr>
          <a:xfrm>
            <a:off x="2205930" y="5519888"/>
            <a:ext cx="180000" cy="180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3D094B5-452D-DD45-40F0-D024BB47E747}"/>
              </a:ext>
            </a:extLst>
          </p:cNvPr>
          <p:cNvSpPr/>
          <p:nvPr/>
        </p:nvSpPr>
        <p:spPr>
          <a:xfrm>
            <a:off x="2493929" y="5106397"/>
            <a:ext cx="8643628" cy="288000"/>
          </a:xfrm>
          <a:prstGeom prst="roundRect">
            <a:avLst>
              <a:gd name="adj" fmla="val 27151"/>
            </a:avLst>
          </a:prstGeom>
          <a:solidFill>
            <a:schemeClr val="bg1">
              <a:alpha val="7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999	     System	              	             Critical error occurred						      01             17:36, 31/12/2026  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5D0EEAC5-ADBB-F6CD-8E9C-BC6CA3299E44}"/>
              </a:ext>
            </a:extLst>
          </p:cNvPr>
          <p:cNvSpPr/>
          <p:nvPr/>
        </p:nvSpPr>
        <p:spPr>
          <a:xfrm>
            <a:off x="2493929" y="5471022"/>
            <a:ext cx="8643628" cy="288000"/>
          </a:xfrm>
          <a:prstGeom prst="roundRect">
            <a:avLst>
              <a:gd name="adj" fmla="val 27151"/>
            </a:avLst>
          </a:prstGeom>
          <a:solidFill>
            <a:schemeClr val="bg1">
              <a:alpha val="7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000	     System	              	             System iPark initialize						      01             05:30, 31/12/2026  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2" name="Isosceles Triangle 61">
            <a:extLst>
              <a:ext uri="{FF2B5EF4-FFF2-40B4-BE49-F238E27FC236}">
                <a16:creationId xmlns:a16="http://schemas.microsoft.com/office/drawing/2014/main" id="{5D6C22DB-A34F-942A-3AD1-AB6D004A0691}"/>
              </a:ext>
            </a:extLst>
          </p:cNvPr>
          <p:cNvSpPr/>
          <p:nvPr/>
        </p:nvSpPr>
        <p:spPr>
          <a:xfrm rot="10800000">
            <a:off x="10998888" y="1886301"/>
            <a:ext cx="102555" cy="88410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ADB0E21F-D564-8AEF-CA77-C5FDE7336D7A}"/>
              </a:ext>
            </a:extLst>
          </p:cNvPr>
          <p:cNvSpPr/>
          <p:nvPr/>
        </p:nvSpPr>
        <p:spPr>
          <a:xfrm>
            <a:off x="2223930" y="1859251"/>
            <a:ext cx="144000" cy="144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381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63E5411-5A34-C64F-BE51-A6A1411D7EE0}"/>
              </a:ext>
            </a:extLst>
          </p:cNvPr>
          <p:cNvSpPr/>
          <p:nvPr/>
        </p:nvSpPr>
        <p:spPr>
          <a:xfrm>
            <a:off x="8712000" y="1434125"/>
            <a:ext cx="2529935" cy="207620"/>
          </a:xfrm>
          <a:prstGeom prst="roundRect">
            <a:avLst>
              <a:gd name="adj" fmla="val 5000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000" dirty="0">
                <a:solidFill>
                  <a:schemeClr val="tx2">
                    <a:alpha val="50000"/>
                  </a:schemeClr>
                </a:solidFill>
              </a:rPr>
              <a:t>Recording stopped at 14:14, 01/01/2027</a:t>
            </a:r>
            <a:endParaRPr lang="vi-VN" sz="1000" dirty="0">
              <a:solidFill>
                <a:schemeClr val="tx2">
                  <a:alpha val="50000"/>
                </a:schemeClr>
              </a:solidFill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23D2EBCA-3303-71C1-FA2E-0C6F90177D29}"/>
              </a:ext>
            </a:extLst>
          </p:cNvPr>
          <p:cNvSpPr/>
          <p:nvPr/>
        </p:nvSpPr>
        <p:spPr>
          <a:xfrm>
            <a:off x="9468489" y="5903243"/>
            <a:ext cx="1043510" cy="362144"/>
          </a:xfrm>
          <a:prstGeom prst="roundRect">
            <a:avLst>
              <a:gd name="adj" fmla="val 5000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Items/page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533DBCF1-5096-7242-2C7C-BFF33E846C77}"/>
              </a:ext>
            </a:extLst>
          </p:cNvPr>
          <p:cNvSpPr/>
          <p:nvPr/>
        </p:nvSpPr>
        <p:spPr>
          <a:xfrm>
            <a:off x="10515600" y="5898240"/>
            <a:ext cx="726335" cy="362144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100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12AC9808-91C3-A445-E47E-A89576701ADA}"/>
              </a:ext>
            </a:extLst>
          </p:cNvPr>
          <p:cNvSpPr/>
          <p:nvPr/>
        </p:nvSpPr>
        <p:spPr>
          <a:xfrm>
            <a:off x="6408000" y="935746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21F48D59-4F97-09A9-AF42-0D9EFE31042A}"/>
              </a:ext>
            </a:extLst>
          </p:cNvPr>
          <p:cNvSpPr/>
          <p:nvPr/>
        </p:nvSpPr>
        <p:spPr>
          <a:xfrm>
            <a:off x="2853928" y="5903243"/>
            <a:ext cx="641392" cy="362144"/>
          </a:xfrm>
          <a:prstGeom prst="roundRect">
            <a:avLst>
              <a:gd name="adj" fmla="val 5000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Page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407047BC-73E7-3A02-D012-0A2D2501257A}"/>
              </a:ext>
            </a:extLst>
          </p:cNvPr>
          <p:cNvSpPr/>
          <p:nvPr/>
        </p:nvSpPr>
        <p:spPr>
          <a:xfrm>
            <a:off x="3490859" y="5898240"/>
            <a:ext cx="1114808" cy="362144"/>
          </a:xfrm>
          <a:prstGeom prst="roundRect">
            <a:avLst>
              <a:gd name="adj" fmla="val 50000"/>
            </a:avLst>
          </a:prstGeom>
          <a:solidFill>
            <a:srgbClr val="E3F6FD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                100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9082D249-446A-55B8-C4C0-90269322BFDE}"/>
              </a:ext>
            </a:extLst>
          </p:cNvPr>
          <p:cNvSpPr/>
          <p:nvPr/>
        </p:nvSpPr>
        <p:spPr>
          <a:xfrm>
            <a:off x="3498920" y="5898240"/>
            <a:ext cx="610484" cy="362144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1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39BC7790-4010-E061-199C-83FBBC0882C4}"/>
              </a:ext>
            </a:extLst>
          </p:cNvPr>
          <p:cNvSpPr/>
          <p:nvPr/>
        </p:nvSpPr>
        <p:spPr>
          <a:xfrm>
            <a:off x="2056530" y="5899312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bg1">
              <a:lumMod val="95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87415954-0407-D4D3-0C9B-EDE0225F24BB}"/>
              </a:ext>
            </a:extLst>
          </p:cNvPr>
          <p:cNvSpPr/>
          <p:nvPr/>
        </p:nvSpPr>
        <p:spPr>
          <a:xfrm>
            <a:off x="2493928" y="5899312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2C9DAEB6-B887-7005-ADE1-085A15282BF3}"/>
              </a:ext>
            </a:extLst>
          </p:cNvPr>
          <p:cNvSpPr/>
          <p:nvPr/>
        </p:nvSpPr>
        <p:spPr>
          <a:xfrm>
            <a:off x="7308000" y="1015250"/>
            <a:ext cx="1158733" cy="207620"/>
          </a:xfrm>
          <a:prstGeom prst="roundRect">
            <a:avLst>
              <a:gd name="adj" fmla="val 5000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2">
                    <a:alpha val="50000"/>
                  </a:schemeClr>
                </a:solidFill>
              </a:rPr>
              <a:t>99999 results</a:t>
            </a:r>
            <a:endParaRPr lang="vi-VN" sz="1000" dirty="0">
              <a:solidFill>
                <a:schemeClr val="tx2">
                  <a:alpha val="50000"/>
                </a:schemeClr>
              </a:solidFill>
            </a:endParaRP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E73F057B-994D-A423-84C5-BCF8D2E8EE4A}"/>
              </a:ext>
            </a:extLst>
          </p:cNvPr>
          <p:cNvSpPr/>
          <p:nvPr/>
        </p:nvSpPr>
        <p:spPr>
          <a:xfrm rot="16200000">
            <a:off x="9479290" y="3938894"/>
            <a:ext cx="3710731" cy="64709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C51ED740-EFE4-D3CB-5F10-617DB909E611}"/>
              </a:ext>
            </a:extLst>
          </p:cNvPr>
          <p:cNvSpPr/>
          <p:nvPr/>
        </p:nvSpPr>
        <p:spPr>
          <a:xfrm rot="16200000">
            <a:off x="11145005" y="2411848"/>
            <a:ext cx="379305" cy="102555"/>
          </a:xfrm>
          <a:prstGeom prst="roundRect">
            <a:avLst>
              <a:gd name="adj" fmla="val 50000"/>
            </a:avLst>
          </a:prstGeom>
          <a:solidFill>
            <a:schemeClr val="accent4">
              <a:lumMod val="5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422530D8-69B3-2752-0D53-9EC90CEB2F05}"/>
              </a:ext>
            </a:extLst>
          </p:cNvPr>
          <p:cNvSpPr/>
          <p:nvPr/>
        </p:nvSpPr>
        <p:spPr>
          <a:xfrm>
            <a:off x="11254714" y="2112351"/>
            <a:ext cx="161122" cy="16112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0" name="Isosceles Triangle 89">
            <a:extLst>
              <a:ext uri="{FF2B5EF4-FFF2-40B4-BE49-F238E27FC236}">
                <a16:creationId xmlns:a16="http://schemas.microsoft.com/office/drawing/2014/main" id="{1F554BE4-C639-643B-E0DC-8FDC5246E9C8}"/>
              </a:ext>
            </a:extLst>
          </p:cNvPr>
          <p:cNvSpPr/>
          <p:nvPr/>
        </p:nvSpPr>
        <p:spPr>
          <a:xfrm>
            <a:off x="11303740" y="2158973"/>
            <a:ext cx="64709" cy="55784"/>
          </a:xfrm>
          <a:prstGeom prst="triangle">
            <a:avLst/>
          </a:prstGeom>
          <a:solidFill>
            <a:schemeClr val="accent4">
              <a:lumMod val="50000"/>
            </a:schemeClr>
          </a:solidFill>
          <a:ln cap="rnd">
            <a:solidFill>
              <a:schemeClr val="accent4">
                <a:lumMod val="5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49654B56-7BD7-FFB5-92EA-DD916B3FC0E1}"/>
              </a:ext>
            </a:extLst>
          </p:cNvPr>
          <p:cNvSpPr/>
          <p:nvPr/>
        </p:nvSpPr>
        <p:spPr>
          <a:xfrm>
            <a:off x="11254714" y="5665492"/>
            <a:ext cx="161122" cy="16112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2" name="Isosceles Triangle 91">
            <a:extLst>
              <a:ext uri="{FF2B5EF4-FFF2-40B4-BE49-F238E27FC236}">
                <a16:creationId xmlns:a16="http://schemas.microsoft.com/office/drawing/2014/main" id="{48CCB858-6CB2-0E1F-54FB-946C18A44E24}"/>
              </a:ext>
            </a:extLst>
          </p:cNvPr>
          <p:cNvSpPr/>
          <p:nvPr/>
        </p:nvSpPr>
        <p:spPr>
          <a:xfrm rot="10800000">
            <a:off x="11303740" y="5729828"/>
            <a:ext cx="64709" cy="55784"/>
          </a:xfrm>
          <a:prstGeom prst="triangle">
            <a:avLst/>
          </a:prstGeom>
          <a:solidFill>
            <a:schemeClr val="accent4">
              <a:lumMod val="50000"/>
            </a:schemeClr>
          </a:solidFill>
          <a:ln cap="rnd">
            <a:solidFill>
              <a:schemeClr val="accent4">
                <a:lumMod val="5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47250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A7309F-DF81-DC2A-88D9-5DF667DC01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16A3874-8384-E937-0051-C6A729753B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44000" y="756000"/>
            <a:ext cx="9504000" cy="5652000"/>
          </a:xfrm>
          <a:prstGeom prst="roundRect">
            <a:avLst>
              <a:gd name="adj" fmla="val 3291"/>
            </a:avLst>
          </a:prstGeom>
          <a:solidFill>
            <a:schemeClr val="accent4">
              <a:lumMod val="20000"/>
              <a:lumOff val="80000"/>
              <a:alpha val="1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711CB96-279A-D461-94F8-1CBB1F352BC8}"/>
              </a:ext>
            </a:extLst>
          </p:cNvPr>
          <p:cNvSpPr/>
          <p:nvPr/>
        </p:nvSpPr>
        <p:spPr>
          <a:xfrm>
            <a:off x="2493928" y="1760174"/>
            <a:ext cx="8738071" cy="353890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C2AD4D5-70B1-CDDE-671E-5563890C524C}"/>
              </a:ext>
            </a:extLst>
          </p:cNvPr>
          <p:cNvSpPr/>
          <p:nvPr/>
        </p:nvSpPr>
        <p:spPr>
          <a:xfrm>
            <a:off x="9072000" y="110400"/>
            <a:ext cx="2376000" cy="504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A3F9301-3A7F-878F-8C8D-0E1D0876CEE1}"/>
              </a:ext>
            </a:extLst>
          </p:cNvPr>
          <p:cNvSpPr/>
          <p:nvPr/>
        </p:nvSpPr>
        <p:spPr>
          <a:xfrm>
            <a:off x="72000" y="5832000"/>
            <a:ext cx="1764000" cy="576000"/>
          </a:xfrm>
          <a:prstGeom prst="roundRect">
            <a:avLst>
              <a:gd name="adj" fmla="val 35133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A913426-264F-8550-A4D6-698243F95F4B}"/>
              </a:ext>
            </a:extLst>
          </p:cNvPr>
          <p:cNvSpPr/>
          <p:nvPr/>
        </p:nvSpPr>
        <p:spPr>
          <a:xfrm>
            <a:off x="72000" y="756000"/>
            <a:ext cx="1764000" cy="3240000"/>
          </a:xfrm>
          <a:prstGeom prst="roundRect">
            <a:avLst>
              <a:gd name="adj" fmla="val 10328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736D1B-D1A9-94E1-70D6-4C3CCB5AC11F}"/>
              </a:ext>
            </a:extLst>
          </p:cNvPr>
          <p:cNvSpPr txBox="1"/>
          <p:nvPr/>
        </p:nvSpPr>
        <p:spPr>
          <a:xfrm>
            <a:off x="810163" y="72000"/>
            <a:ext cx="809837" cy="576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gradFill flip="none" rotWithShape="1">
                  <a:gsLst>
                    <a:gs pos="49000">
                      <a:schemeClr val="accent4">
                        <a:lumMod val="50000"/>
                      </a:schemeClr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5400000" scaled="1"/>
                  <a:tileRect/>
                </a:gradFill>
                <a:latin typeface="Compacta" panose="02020500000000000000" pitchFamily="18" charset="0"/>
                <a:ea typeface="Compacta" panose="02020500000000000000" pitchFamily="18" charset="0"/>
                <a:cs typeface="Compacta" panose="02020500000000000000" pitchFamily="18" charset="0"/>
              </a:rPr>
              <a:t>i</a:t>
            </a:r>
            <a:r>
              <a:rPr lang="en-US" sz="3200" dirty="0">
                <a:solidFill>
                  <a:schemeClr val="accent4">
                    <a:lumMod val="50000"/>
                  </a:schemeClr>
                </a:solidFill>
                <a:latin typeface="Compacta" panose="02020500000000000000" pitchFamily="18" charset="0"/>
                <a:ea typeface="Compacta" panose="02020500000000000000" pitchFamily="18" charset="0"/>
                <a:cs typeface="Compacta" panose="02020500000000000000" pitchFamily="18" charset="0"/>
              </a:rPr>
              <a:t>Park</a:t>
            </a:r>
            <a:endParaRPr lang="en-US" sz="2400" dirty="0">
              <a:solidFill>
                <a:schemeClr val="accent4">
                  <a:lumMod val="50000"/>
                </a:schemeClr>
              </a:solidFill>
              <a:latin typeface="Compacta" panose="02020500000000000000" pitchFamily="18" charset="0"/>
              <a:ea typeface="Compacta" panose="02020500000000000000" pitchFamily="18" charset="0"/>
              <a:cs typeface="Compacta" panose="02020500000000000000" pitchFamily="18" charset="0"/>
            </a:endParaRPr>
          </a:p>
        </p:txBody>
      </p:sp>
      <p:pic>
        <p:nvPicPr>
          <p:cNvPr id="9" name="Picture 8" descr="A blue and white logo&#10;&#10;AI-generated content may be incorrect.">
            <a:extLst>
              <a:ext uri="{FF2B5EF4-FFF2-40B4-BE49-F238E27FC236}">
                <a16:creationId xmlns:a16="http://schemas.microsoft.com/office/drawing/2014/main" id="{D46A4676-2DF8-E123-499B-81E24AD0C9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0" y="108000"/>
            <a:ext cx="504000" cy="50400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504FFDF-FA0E-7B09-C7FF-B9D1D4D24AF3}"/>
              </a:ext>
            </a:extLst>
          </p:cNvPr>
          <p:cNvSpPr/>
          <p:nvPr/>
        </p:nvSpPr>
        <p:spPr>
          <a:xfrm>
            <a:off x="288000" y="1368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Parking</a:t>
            </a:r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A5185B-C836-9DF7-5056-841539AB2B52}"/>
              </a:ext>
            </a:extLst>
          </p:cNvPr>
          <p:cNvSpPr/>
          <p:nvPr/>
        </p:nvSpPr>
        <p:spPr>
          <a:xfrm>
            <a:off x="288000" y="1872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Staffs</a:t>
            </a:r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1DA16DD-E87E-6E47-C347-F7F1CC779FA4}"/>
              </a:ext>
            </a:extLst>
          </p:cNvPr>
          <p:cNvSpPr>
            <a:spLocks/>
          </p:cNvSpPr>
          <p:nvPr/>
        </p:nvSpPr>
        <p:spPr>
          <a:xfrm>
            <a:off x="288000" y="2376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Accounts</a:t>
            </a:r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DC0C31C-898D-B80F-A878-FA18FE061033}"/>
              </a:ext>
            </a:extLst>
          </p:cNvPr>
          <p:cNvSpPr>
            <a:spLocks/>
          </p:cNvSpPr>
          <p:nvPr/>
        </p:nvSpPr>
        <p:spPr>
          <a:xfrm>
            <a:off x="288000" y="2880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Configuration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E8E8985-D377-AE24-8262-73113EA979AC}"/>
              </a:ext>
            </a:extLst>
          </p:cNvPr>
          <p:cNvSpPr/>
          <p:nvPr/>
        </p:nvSpPr>
        <p:spPr>
          <a:xfrm>
            <a:off x="288000" y="3384000"/>
            <a:ext cx="1440000" cy="504000"/>
          </a:xfrm>
          <a:prstGeom prst="roundRect">
            <a:avLst>
              <a:gd name="adj" fmla="val 27151"/>
            </a:avLst>
          </a:prstGeom>
          <a:gradFill flip="none" rotWithShape="1">
            <a:gsLst>
              <a:gs pos="10000">
                <a:schemeClr val="accent4">
                  <a:lumMod val="50000"/>
                </a:schemeClr>
              </a:gs>
              <a:gs pos="100000">
                <a:schemeClr val="accent4">
                  <a:alpha val="20000"/>
                  <a:lumMod val="20000"/>
                  <a:lumOff val="80000"/>
                </a:schemeClr>
              </a:gs>
            </a:gsLst>
            <a:lin ang="0" scaled="1"/>
            <a:tileRect/>
          </a:gra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History</a:t>
            </a:r>
            <a:endParaRPr lang="vi-VN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FFB8347-7BDC-88A9-3A02-17CB545D0D28}"/>
              </a:ext>
            </a:extLst>
          </p:cNvPr>
          <p:cNvSpPr>
            <a:spLocks/>
          </p:cNvSpPr>
          <p:nvPr/>
        </p:nvSpPr>
        <p:spPr>
          <a:xfrm>
            <a:off x="288000" y="900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Home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4BDC152-F93D-C2FA-1292-299AE4ABC0F1}"/>
              </a:ext>
            </a:extLst>
          </p:cNvPr>
          <p:cNvSpPr>
            <a:spLocks/>
          </p:cNvSpPr>
          <p:nvPr/>
        </p:nvSpPr>
        <p:spPr>
          <a:xfrm>
            <a:off x="471488" y="5868000"/>
            <a:ext cx="1256513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Settings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96E7165-E724-1C2B-4430-81A22AC6D1F3}"/>
              </a:ext>
            </a:extLst>
          </p:cNvPr>
          <p:cNvSpPr/>
          <p:nvPr/>
        </p:nvSpPr>
        <p:spPr>
          <a:xfrm>
            <a:off x="144000" y="3456000"/>
            <a:ext cx="90000" cy="36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4">
                  <a:lumMod val="7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D4D164F-E383-D5E9-1ACA-D7A2824E1F82}"/>
              </a:ext>
            </a:extLst>
          </p:cNvPr>
          <p:cNvGrpSpPr/>
          <p:nvPr/>
        </p:nvGrpSpPr>
        <p:grpSpPr>
          <a:xfrm>
            <a:off x="10862065" y="170065"/>
            <a:ext cx="379870" cy="379870"/>
            <a:chOff x="10877259" y="170065"/>
            <a:chExt cx="379870" cy="379870"/>
          </a:xfrm>
        </p:grpSpPr>
        <p:pic>
          <p:nvPicPr>
            <p:cNvPr id="7" name="Graphic 6" descr="User with solid fill">
              <a:extLst>
                <a:ext uri="{FF2B5EF4-FFF2-40B4-BE49-F238E27FC236}">
                  <a16:creationId xmlns:a16="http://schemas.microsoft.com/office/drawing/2014/main" id="{B8E37742-5000-3F9B-C297-6622A366B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12429" t="3890" r="11865" b="20403"/>
            <a:stretch/>
          </p:blipFill>
          <p:spPr>
            <a:xfrm>
              <a:off x="10919942" y="221864"/>
              <a:ext cx="294505" cy="294505"/>
            </a:xfrm>
            <a:prstGeom prst="ellipse">
              <a:avLst/>
            </a:prstGeom>
          </p:spPr>
        </p:pic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669580F-924E-F2FD-98EB-5C7CA2D079D6}"/>
                </a:ext>
              </a:extLst>
            </p:cNvPr>
            <p:cNvSpPr/>
            <p:nvPr/>
          </p:nvSpPr>
          <p:spPr>
            <a:xfrm>
              <a:off x="10877259" y="170065"/>
              <a:ext cx="379870" cy="379870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F220D06-C493-923E-F9B6-CF626DF373CF}"/>
              </a:ext>
            </a:extLst>
          </p:cNvPr>
          <p:cNvSpPr/>
          <p:nvPr/>
        </p:nvSpPr>
        <p:spPr>
          <a:xfrm>
            <a:off x="1944000" y="180000"/>
            <a:ext cx="4824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Search</a:t>
            </a:r>
            <a:endParaRPr lang="vi-VN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76861BE-1EC4-5887-6A44-84266204C853}"/>
              </a:ext>
            </a:extLst>
          </p:cNvPr>
          <p:cNvSpPr/>
          <p:nvPr/>
        </p:nvSpPr>
        <p:spPr>
          <a:xfrm>
            <a:off x="10332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BC79E98-A1A8-0F77-16C3-29AD847C6079}"/>
              </a:ext>
            </a:extLst>
          </p:cNvPr>
          <p:cNvSpPr/>
          <p:nvPr/>
        </p:nvSpPr>
        <p:spPr>
          <a:xfrm>
            <a:off x="9792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C474626-A4B8-B3A2-605E-1A045F78E84F}"/>
              </a:ext>
            </a:extLst>
          </p:cNvPr>
          <p:cNvSpPr/>
          <p:nvPr/>
        </p:nvSpPr>
        <p:spPr>
          <a:xfrm>
            <a:off x="9252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226E94B-03F8-DE2C-E415-6ACA8CAC8476}"/>
              </a:ext>
            </a:extLst>
          </p:cNvPr>
          <p:cNvSpPr/>
          <p:nvPr/>
        </p:nvSpPr>
        <p:spPr>
          <a:xfrm>
            <a:off x="6408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BE72AB1-7A46-4585-49D5-93708F1FA1D3}"/>
              </a:ext>
            </a:extLst>
          </p:cNvPr>
          <p:cNvSpPr/>
          <p:nvPr/>
        </p:nvSpPr>
        <p:spPr>
          <a:xfrm>
            <a:off x="2051999" y="2115888"/>
            <a:ext cx="9180001" cy="3710730"/>
          </a:xfrm>
          <a:prstGeom prst="roundRect">
            <a:avLst>
              <a:gd name="adj" fmla="val 3665"/>
            </a:avLst>
          </a:prstGeom>
          <a:solidFill>
            <a:srgbClr val="E3F6FD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51C9D6A-B8E1-BBE0-7EDD-E37EAC91828C}"/>
              </a:ext>
            </a:extLst>
          </p:cNvPr>
          <p:cNvSpPr/>
          <p:nvPr/>
        </p:nvSpPr>
        <p:spPr>
          <a:xfrm>
            <a:off x="2052000" y="850262"/>
            <a:ext cx="7771391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History</a:t>
            </a:r>
            <a:endParaRPr lang="vi-VN" sz="28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C1A533E-9253-DCCB-81DA-3B5FC228041D}"/>
              </a:ext>
            </a:extLst>
          </p:cNvPr>
          <p:cNvSpPr/>
          <p:nvPr/>
        </p:nvSpPr>
        <p:spPr>
          <a:xfrm>
            <a:off x="10628237" y="936000"/>
            <a:ext cx="603763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F1DDA18-349D-865D-A2F8-F03B6856322E}"/>
              </a:ext>
            </a:extLst>
          </p:cNvPr>
          <p:cNvSpPr/>
          <p:nvPr/>
        </p:nvSpPr>
        <p:spPr>
          <a:xfrm>
            <a:off x="9548237" y="936000"/>
            <a:ext cx="900000" cy="360000"/>
          </a:xfrm>
          <a:prstGeom prst="roundRect">
            <a:avLst>
              <a:gd name="adj" fmla="val 27151"/>
            </a:avLst>
          </a:prstGeom>
          <a:solidFill>
            <a:srgbClr val="FF4747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Clear</a:t>
            </a:r>
            <a:endParaRPr lang="vi-VN" sz="1200" b="1" dirty="0">
              <a:solidFill>
                <a:schemeClr val="bg1"/>
              </a:solidFill>
            </a:endParaRPr>
          </a:p>
        </p:txBody>
      </p:sp>
      <p:pic>
        <p:nvPicPr>
          <p:cNvPr id="42" name="Graphic 41" descr="Single gear with solid fill">
            <a:extLst>
              <a:ext uri="{FF2B5EF4-FFF2-40B4-BE49-F238E27FC236}">
                <a16:creationId xmlns:a16="http://schemas.microsoft.com/office/drawing/2014/main" id="{82928CC8-EA99-1C68-8BFF-DB4208C616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1165" y="5938838"/>
            <a:ext cx="360000" cy="3600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7A233F2-6C5E-5145-5C46-C0CE21B5B91E}"/>
              </a:ext>
            </a:extLst>
          </p:cNvPr>
          <p:cNvSpPr/>
          <p:nvPr/>
        </p:nvSpPr>
        <p:spPr>
          <a:xfrm>
            <a:off x="8468237" y="936000"/>
            <a:ext cx="90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4">
                    <a:lumMod val="50000"/>
                  </a:schemeClr>
                </a:solidFill>
              </a:rPr>
              <a:t>Export</a:t>
            </a:r>
            <a:endParaRPr lang="vi-VN" sz="12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43264F0-F0AE-0345-2B18-B30D91B8FF2C}"/>
              </a:ext>
            </a:extLst>
          </p:cNvPr>
          <p:cNvSpPr/>
          <p:nvPr/>
        </p:nvSpPr>
        <p:spPr>
          <a:xfrm>
            <a:off x="2493929" y="1753036"/>
            <a:ext cx="609055" cy="360000"/>
          </a:xfrm>
          <a:prstGeom prst="roundRect">
            <a:avLst>
              <a:gd name="adj" fmla="val 5000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ID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847DB72-30D7-821A-1F1C-20E961F5EE48}"/>
              </a:ext>
            </a:extLst>
          </p:cNvPr>
          <p:cNvSpPr/>
          <p:nvPr/>
        </p:nvSpPr>
        <p:spPr>
          <a:xfrm>
            <a:off x="3108325" y="1756566"/>
            <a:ext cx="1619268" cy="360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Event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8861B80-16F5-5687-7FAE-25F9F0B61EDC}"/>
              </a:ext>
            </a:extLst>
          </p:cNvPr>
          <p:cNvSpPr/>
          <p:nvPr/>
        </p:nvSpPr>
        <p:spPr>
          <a:xfrm>
            <a:off x="4727593" y="1751429"/>
            <a:ext cx="4344407" cy="360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Description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C783EA7-E0CF-1061-578D-66FEE460C2F1}"/>
              </a:ext>
            </a:extLst>
          </p:cNvPr>
          <p:cNvSpPr/>
          <p:nvPr/>
        </p:nvSpPr>
        <p:spPr>
          <a:xfrm>
            <a:off x="9671222" y="1750428"/>
            <a:ext cx="1570713" cy="36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4">
                  <a:lumMod val="50000"/>
                  <a:alpha val="5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16200000" scaled="1"/>
            <a:tileRect/>
          </a:gra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2"/>
                </a:solidFill>
              </a:rPr>
              <a:t>Time</a:t>
            </a:r>
            <a:endParaRPr lang="vi-VN" sz="1200" b="1" dirty="0">
              <a:solidFill>
                <a:schemeClr val="tx2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D34C529-EF05-697C-D977-95F5212EB1D0}"/>
              </a:ext>
            </a:extLst>
          </p:cNvPr>
          <p:cNvSpPr/>
          <p:nvPr/>
        </p:nvSpPr>
        <p:spPr>
          <a:xfrm>
            <a:off x="2205930" y="2251822"/>
            <a:ext cx="180000" cy="180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F7D45BB-FB67-7E64-E46F-E1E24E860612}"/>
              </a:ext>
            </a:extLst>
          </p:cNvPr>
          <p:cNvSpPr/>
          <p:nvPr/>
        </p:nvSpPr>
        <p:spPr>
          <a:xfrm>
            <a:off x="2205930" y="2611313"/>
            <a:ext cx="180000" cy="180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2A785F7-ED8E-0472-E420-986E93FD9053}"/>
              </a:ext>
            </a:extLst>
          </p:cNvPr>
          <p:cNvSpPr/>
          <p:nvPr/>
        </p:nvSpPr>
        <p:spPr>
          <a:xfrm>
            <a:off x="2493929" y="1813484"/>
            <a:ext cx="397663" cy="360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D16D557-F7B1-774A-F7C8-EBEA30657A91}"/>
              </a:ext>
            </a:extLst>
          </p:cNvPr>
          <p:cNvSpPr/>
          <p:nvPr/>
        </p:nvSpPr>
        <p:spPr>
          <a:xfrm>
            <a:off x="2493929" y="2197822"/>
            <a:ext cx="8643628" cy="288000"/>
          </a:xfrm>
          <a:prstGeom prst="roundRect">
            <a:avLst>
              <a:gd name="adj" fmla="val 27151"/>
            </a:avLst>
          </a:prstGeom>
          <a:solidFill>
            <a:schemeClr val="bg1">
              <a:alpha val="7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011	     MIO_in	              	             Member ID 00002 enters						      01             14:12, 01/01/2027  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FA1096A8-FB54-0C36-04EB-8D3EFFA9A759}"/>
              </a:ext>
            </a:extLst>
          </p:cNvPr>
          <p:cNvSpPr/>
          <p:nvPr/>
        </p:nvSpPr>
        <p:spPr>
          <a:xfrm>
            <a:off x="9072001" y="1752747"/>
            <a:ext cx="599222" cy="360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Park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43C051A5-A66B-CA23-E329-0FB9D3712C1D}"/>
              </a:ext>
            </a:extLst>
          </p:cNvPr>
          <p:cNvSpPr/>
          <p:nvPr/>
        </p:nvSpPr>
        <p:spPr>
          <a:xfrm>
            <a:off x="2493929" y="2562447"/>
            <a:ext cx="8643628" cy="288000"/>
          </a:xfrm>
          <a:prstGeom prst="roundRect">
            <a:avLst>
              <a:gd name="adj" fmla="val 27151"/>
            </a:avLst>
          </a:prstGeom>
          <a:solidFill>
            <a:schemeClr val="bg1">
              <a:alpha val="7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011	     MIO_in 	              	             Member ID 00001 enters						      01             12:11, 01/01/2027  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A55EF32-A506-4B6F-04D5-491F4093624C}"/>
              </a:ext>
            </a:extLst>
          </p:cNvPr>
          <p:cNvSpPr/>
          <p:nvPr/>
        </p:nvSpPr>
        <p:spPr>
          <a:xfrm>
            <a:off x="3208859" y="1346831"/>
            <a:ext cx="1813496" cy="360000"/>
          </a:xfrm>
          <a:prstGeom prst="roundRect">
            <a:avLst>
              <a:gd name="adj" fmla="val 27151"/>
            </a:avLst>
          </a:prstGeom>
          <a:solidFill>
            <a:srgbClr val="E3F6FD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  <a:alpha val="60000"/>
                  </a:schemeClr>
                </a:solidFill>
              </a:rPr>
              <a:t>From</a:t>
            </a:r>
            <a:endParaRPr lang="vi-VN" sz="1200" dirty="0">
              <a:solidFill>
                <a:schemeClr val="accent4">
                  <a:lumMod val="75000"/>
                  <a:alpha val="60000"/>
                </a:schemeClr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407B70E-F5AD-C405-F9AF-99EFBA4D6196}"/>
              </a:ext>
            </a:extLst>
          </p:cNvPr>
          <p:cNvSpPr/>
          <p:nvPr/>
        </p:nvSpPr>
        <p:spPr>
          <a:xfrm>
            <a:off x="6948000" y="935746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FD1FB3-AE3B-53CB-D0BD-9B83240BB017}"/>
              </a:ext>
            </a:extLst>
          </p:cNvPr>
          <p:cNvSpPr/>
          <p:nvPr/>
        </p:nvSpPr>
        <p:spPr>
          <a:xfrm>
            <a:off x="2205930" y="2979817"/>
            <a:ext cx="180000" cy="180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D4834DA-0A92-B255-FA3F-8B56CCC125AB}"/>
              </a:ext>
            </a:extLst>
          </p:cNvPr>
          <p:cNvSpPr/>
          <p:nvPr/>
        </p:nvSpPr>
        <p:spPr>
          <a:xfrm>
            <a:off x="2205930" y="3339308"/>
            <a:ext cx="180000" cy="180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E1CEF7B3-5570-ECA4-E4E9-2E2FB0E956E8}"/>
              </a:ext>
            </a:extLst>
          </p:cNvPr>
          <p:cNvSpPr/>
          <p:nvPr/>
        </p:nvSpPr>
        <p:spPr>
          <a:xfrm>
            <a:off x="2493929" y="2925817"/>
            <a:ext cx="8643628" cy="288000"/>
          </a:xfrm>
          <a:prstGeom prst="roundRect">
            <a:avLst>
              <a:gd name="adj" fmla="val 27151"/>
            </a:avLst>
          </a:prstGeom>
          <a:solidFill>
            <a:schemeClr val="bg1">
              <a:alpha val="7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012	     MIO_out	              	             Member ID 00002 outs						      01             11:10, 01/01/2027  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250B072-0F42-DE4D-F8F5-5DAC16EFB55C}"/>
              </a:ext>
            </a:extLst>
          </p:cNvPr>
          <p:cNvSpPr/>
          <p:nvPr/>
        </p:nvSpPr>
        <p:spPr>
          <a:xfrm>
            <a:off x="2493929" y="3290442"/>
            <a:ext cx="8643628" cy="288000"/>
          </a:xfrm>
          <a:prstGeom prst="roundRect">
            <a:avLst>
              <a:gd name="adj" fmla="val 27151"/>
            </a:avLst>
          </a:prstGeom>
          <a:solidFill>
            <a:schemeClr val="bg1">
              <a:alpha val="7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012	     MIO_out 	              	             Member ID 00001 outs						      01             10:09, 01/01/2027  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0BF6ADF-D936-6B3A-D288-7DC1B6695070}"/>
              </a:ext>
            </a:extLst>
          </p:cNvPr>
          <p:cNvSpPr/>
          <p:nvPr/>
        </p:nvSpPr>
        <p:spPr>
          <a:xfrm>
            <a:off x="2205930" y="3709067"/>
            <a:ext cx="180000" cy="180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0F0E9203-F768-D2BF-00AE-28CDD466D73C}"/>
              </a:ext>
            </a:extLst>
          </p:cNvPr>
          <p:cNvSpPr/>
          <p:nvPr/>
        </p:nvSpPr>
        <p:spPr>
          <a:xfrm>
            <a:off x="2205930" y="4068558"/>
            <a:ext cx="180000" cy="180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1175C15-954C-FEB1-4322-4E5ECBC0E6BD}"/>
              </a:ext>
            </a:extLst>
          </p:cNvPr>
          <p:cNvSpPr/>
          <p:nvPr/>
        </p:nvSpPr>
        <p:spPr>
          <a:xfrm>
            <a:off x="2493929" y="3655067"/>
            <a:ext cx="8643628" cy="288000"/>
          </a:xfrm>
          <a:prstGeom prst="roundRect">
            <a:avLst>
              <a:gd name="adj" fmla="val 27151"/>
            </a:avLst>
          </a:prstGeom>
          <a:solidFill>
            <a:schemeClr val="bg1">
              <a:alpha val="7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032	     GuestIO_out           	             Guest_1008010127 outs						      02             10:08, 01/01/2027  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89EAB2F9-5676-C929-3C84-447E0F5672B3}"/>
              </a:ext>
            </a:extLst>
          </p:cNvPr>
          <p:cNvSpPr/>
          <p:nvPr/>
        </p:nvSpPr>
        <p:spPr>
          <a:xfrm>
            <a:off x="2493929" y="4019692"/>
            <a:ext cx="8643628" cy="288000"/>
          </a:xfrm>
          <a:prstGeom prst="roundRect">
            <a:avLst>
              <a:gd name="adj" fmla="val 27151"/>
            </a:avLst>
          </a:prstGeom>
          <a:solidFill>
            <a:schemeClr val="bg1">
              <a:alpha val="7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031	     GuestIO_in	              	             Guest_1008010127 enters						      02             10:07, 01/01/2027  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6FB976C-B954-7EE0-6318-961849D23C24}"/>
              </a:ext>
            </a:extLst>
          </p:cNvPr>
          <p:cNvSpPr/>
          <p:nvPr/>
        </p:nvSpPr>
        <p:spPr>
          <a:xfrm>
            <a:off x="2205930" y="4431147"/>
            <a:ext cx="180000" cy="180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36F65C39-E046-5FCE-F35C-5FB9CB586CE0}"/>
              </a:ext>
            </a:extLst>
          </p:cNvPr>
          <p:cNvSpPr/>
          <p:nvPr/>
        </p:nvSpPr>
        <p:spPr>
          <a:xfrm>
            <a:off x="2205930" y="4790638"/>
            <a:ext cx="180000" cy="180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BA269660-BB55-DF6B-E809-6A8749A4F47D}"/>
              </a:ext>
            </a:extLst>
          </p:cNvPr>
          <p:cNvSpPr/>
          <p:nvPr/>
        </p:nvSpPr>
        <p:spPr>
          <a:xfrm>
            <a:off x="2493929" y="4377147"/>
            <a:ext cx="8643628" cy="288000"/>
          </a:xfrm>
          <a:prstGeom prst="roundRect">
            <a:avLst>
              <a:gd name="adj" fmla="val 27151"/>
            </a:avLst>
          </a:prstGeom>
          <a:solidFill>
            <a:schemeClr val="bg1">
              <a:alpha val="7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022	     PMIO_out		             PMember ID 00001 outs						      01             07:01, 01/01/2027  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75EC02FF-70A4-1713-F93D-F5E6A1ECB351}"/>
              </a:ext>
            </a:extLst>
          </p:cNvPr>
          <p:cNvSpPr/>
          <p:nvPr/>
        </p:nvSpPr>
        <p:spPr>
          <a:xfrm>
            <a:off x="2493929" y="4741772"/>
            <a:ext cx="8643628" cy="288000"/>
          </a:xfrm>
          <a:prstGeom prst="roundRect">
            <a:avLst>
              <a:gd name="adj" fmla="val 27151"/>
            </a:avLst>
          </a:prstGeom>
          <a:solidFill>
            <a:schemeClr val="bg1">
              <a:alpha val="7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021	     PMIO_in 	              	             PMember ID 00001 enters						      01             17:47, 31/12/2026  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ADD47D22-269E-0FDD-E447-6478D22C16D1}"/>
              </a:ext>
            </a:extLst>
          </p:cNvPr>
          <p:cNvSpPr/>
          <p:nvPr/>
        </p:nvSpPr>
        <p:spPr>
          <a:xfrm>
            <a:off x="2205930" y="5160397"/>
            <a:ext cx="180000" cy="180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8DE018FE-FF4B-E58D-B23F-5600D04549A8}"/>
              </a:ext>
            </a:extLst>
          </p:cNvPr>
          <p:cNvSpPr/>
          <p:nvPr/>
        </p:nvSpPr>
        <p:spPr>
          <a:xfrm>
            <a:off x="2205930" y="5519888"/>
            <a:ext cx="180000" cy="180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3D094B5-452D-DD45-40F0-D024BB47E747}"/>
              </a:ext>
            </a:extLst>
          </p:cNvPr>
          <p:cNvSpPr/>
          <p:nvPr/>
        </p:nvSpPr>
        <p:spPr>
          <a:xfrm>
            <a:off x="2493929" y="5106397"/>
            <a:ext cx="8643628" cy="288000"/>
          </a:xfrm>
          <a:prstGeom prst="roundRect">
            <a:avLst>
              <a:gd name="adj" fmla="val 27151"/>
            </a:avLst>
          </a:prstGeom>
          <a:solidFill>
            <a:schemeClr val="bg1">
              <a:alpha val="7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999	     System	              	             Critical error occurred						      01             17:36, 31/12/2026  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5D0EEAC5-ADBB-F6CD-8E9C-BC6CA3299E44}"/>
              </a:ext>
            </a:extLst>
          </p:cNvPr>
          <p:cNvSpPr/>
          <p:nvPr/>
        </p:nvSpPr>
        <p:spPr>
          <a:xfrm>
            <a:off x="2493929" y="5471022"/>
            <a:ext cx="8643628" cy="288000"/>
          </a:xfrm>
          <a:prstGeom prst="roundRect">
            <a:avLst>
              <a:gd name="adj" fmla="val 27151"/>
            </a:avLst>
          </a:prstGeom>
          <a:solidFill>
            <a:schemeClr val="bg1">
              <a:alpha val="7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000	     System	              	             System iPark initialize						      01             05:30, 31/12/2026  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2" name="Isosceles Triangle 61">
            <a:extLst>
              <a:ext uri="{FF2B5EF4-FFF2-40B4-BE49-F238E27FC236}">
                <a16:creationId xmlns:a16="http://schemas.microsoft.com/office/drawing/2014/main" id="{5D6C22DB-A34F-942A-3AD1-AB6D004A0691}"/>
              </a:ext>
            </a:extLst>
          </p:cNvPr>
          <p:cNvSpPr/>
          <p:nvPr/>
        </p:nvSpPr>
        <p:spPr>
          <a:xfrm rot="10800000">
            <a:off x="10998888" y="1886301"/>
            <a:ext cx="102555" cy="88410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ADB0E21F-D564-8AEF-CA77-C5FDE7336D7A}"/>
              </a:ext>
            </a:extLst>
          </p:cNvPr>
          <p:cNvSpPr/>
          <p:nvPr/>
        </p:nvSpPr>
        <p:spPr>
          <a:xfrm>
            <a:off x="2223930" y="1859251"/>
            <a:ext cx="144000" cy="144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381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63E5411-5A34-C64F-BE51-A6A1411D7EE0}"/>
              </a:ext>
            </a:extLst>
          </p:cNvPr>
          <p:cNvSpPr/>
          <p:nvPr/>
        </p:nvSpPr>
        <p:spPr>
          <a:xfrm>
            <a:off x="8712000" y="1434125"/>
            <a:ext cx="2529935" cy="207620"/>
          </a:xfrm>
          <a:prstGeom prst="roundRect">
            <a:avLst>
              <a:gd name="adj" fmla="val 5000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000" dirty="0">
                <a:solidFill>
                  <a:schemeClr val="tx2">
                    <a:alpha val="50000"/>
                  </a:schemeClr>
                </a:solidFill>
              </a:rPr>
              <a:t>Recording stopped at 14:14, 01/01/2027</a:t>
            </a:r>
            <a:endParaRPr lang="vi-VN" sz="1000" dirty="0">
              <a:solidFill>
                <a:schemeClr val="tx2">
                  <a:alpha val="50000"/>
                </a:schemeClr>
              </a:solidFill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23D2EBCA-3303-71C1-FA2E-0C6F90177D29}"/>
              </a:ext>
            </a:extLst>
          </p:cNvPr>
          <p:cNvSpPr/>
          <p:nvPr/>
        </p:nvSpPr>
        <p:spPr>
          <a:xfrm>
            <a:off x="9468489" y="5903243"/>
            <a:ext cx="1043510" cy="362144"/>
          </a:xfrm>
          <a:prstGeom prst="roundRect">
            <a:avLst>
              <a:gd name="adj" fmla="val 5000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Items/page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533DBCF1-5096-7242-2C7C-BFF33E846C77}"/>
              </a:ext>
            </a:extLst>
          </p:cNvPr>
          <p:cNvSpPr/>
          <p:nvPr/>
        </p:nvSpPr>
        <p:spPr>
          <a:xfrm>
            <a:off x="10515600" y="5898240"/>
            <a:ext cx="726335" cy="362144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100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12AC9808-91C3-A445-E47E-A89576701ADA}"/>
              </a:ext>
            </a:extLst>
          </p:cNvPr>
          <p:cNvSpPr/>
          <p:nvPr/>
        </p:nvSpPr>
        <p:spPr>
          <a:xfrm>
            <a:off x="3804161" y="1346577"/>
            <a:ext cx="1218194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2"/>
                </a:solidFill>
              </a:rPr>
              <a:t>01/04/2026</a:t>
            </a:r>
            <a:endParaRPr lang="vi-VN" sz="1200" dirty="0">
              <a:solidFill>
                <a:schemeClr val="tx2"/>
              </a:solidFill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21F48D59-4F97-09A9-AF42-0D9EFE31042A}"/>
              </a:ext>
            </a:extLst>
          </p:cNvPr>
          <p:cNvSpPr/>
          <p:nvPr/>
        </p:nvSpPr>
        <p:spPr>
          <a:xfrm>
            <a:off x="2853928" y="5903243"/>
            <a:ext cx="641392" cy="362144"/>
          </a:xfrm>
          <a:prstGeom prst="roundRect">
            <a:avLst>
              <a:gd name="adj" fmla="val 5000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Page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407047BC-73E7-3A02-D012-0A2D2501257A}"/>
              </a:ext>
            </a:extLst>
          </p:cNvPr>
          <p:cNvSpPr/>
          <p:nvPr/>
        </p:nvSpPr>
        <p:spPr>
          <a:xfrm>
            <a:off x="3490859" y="5898240"/>
            <a:ext cx="1114808" cy="362144"/>
          </a:xfrm>
          <a:prstGeom prst="roundRect">
            <a:avLst>
              <a:gd name="adj" fmla="val 50000"/>
            </a:avLst>
          </a:prstGeom>
          <a:solidFill>
            <a:srgbClr val="E3F6FD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                100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9082D249-446A-55B8-C4C0-90269322BFDE}"/>
              </a:ext>
            </a:extLst>
          </p:cNvPr>
          <p:cNvSpPr/>
          <p:nvPr/>
        </p:nvSpPr>
        <p:spPr>
          <a:xfrm>
            <a:off x="3498920" y="5898240"/>
            <a:ext cx="610484" cy="362144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1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39BC7790-4010-E061-199C-83FBBC0882C4}"/>
              </a:ext>
            </a:extLst>
          </p:cNvPr>
          <p:cNvSpPr/>
          <p:nvPr/>
        </p:nvSpPr>
        <p:spPr>
          <a:xfrm>
            <a:off x="2056530" y="5899312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bg1">
              <a:lumMod val="95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87415954-0407-D4D3-0C9B-EDE0225F24BB}"/>
              </a:ext>
            </a:extLst>
          </p:cNvPr>
          <p:cNvSpPr/>
          <p:nvPr/>
        </p:nvSpPr>
        <p:spPr>
          <a:xfrm>
            <a:off x="2493928" y="5899312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2C9DAEB6-B887-7005-ADE1-085A15282BF3}"/>
              </a:ext>
            </a:extLst>
          </p:cNvPr>
          <p:cNvSpPr/>
          <p:nvPr/>
        </p:nvSpPr>
        <p:spPr>
          <a:xfrm>
            <a:off x="7308000" y="1015250"/>
            <a:ext cx="1158733" cy="207620"/>
          </a:xfrm>
          <a:prstGeom prst="roundRect">
            <a:avLst>
              <a:gd name="adj" fmla="val 5000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2">
                    <a:alpha val="50000"/>
                  </a:schemeClr>
                </a:solidFill>
              </a:rPr>
              <a:t>99999 results</a:t>
            </a:r>
            <a:endParaRPr lang="vi-VN" sz="1000" dirty="0">
              <a:solidFill>
                <a:schemeClr val="tx2">
                  <a:alpha val="50000"/>
                </a:schemeClr>
              </a:solidFill>
            </a:endParaRP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E73F057B-994D-A423-84C5-BCF8D2E8EE4A}"/>
              </a:ext>
            </a:extLst>
          </p:cNvPr>
          <p:cNvSpPr/>
          <p:nvPr/>
        </p:nvSpPr>
        <p:spPr>
          <a:xfrm rot="16200000">
            <a:off x="9479290" y="3938894"/>
            <a:ext cx="3710731" cy="64709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C51ED740-EFE4-D3CB-5F10-617DB909E611}"/>
              </a:ext>
            </a:extLst>
          </p:cNvPr>
          <p:cNvSpPr/>
          <p:nvPr/>
        </p:nvSpPr>
        <p:spPr>
          <a:xfrm rot="16200000">
            <a:off x="11145005" y="2411848"/>
            <a:ext cx="379305" cy="102555"/>
          </a:xfrm>
          <a:prstGeom prst="roundRect">
            <a:avLst>
              <a:gd name="adj" fmla="val 50000"/>
            </a:avLst>
          </a:prstGeom>
          <a:solidFill>
            <a:schemeClr val="accent4">
              <a:lumMod val="5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422530D8-69B3-2752-0D53-9EC90CEB2F05}"/>
              </a:ext>
            </a:extLst>
          </p:cNvPr>
          <p:cNvSpPr/>
          <p:nvPr/>
        </p:nvSpPr>
        <p:spPr>
          <a:xfrm>
            <a:off x="11254714" y="2112351"/>
            <a:ext cx="161122" cy="16112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0" name="Isosceles Triangle 89">
            <a:extLst>
              <a:ext uri="{FF2B5EF4-FFF2-40B4-BE49-F238E27FC236}">
                <a16:creationId xmlns:a16="http://schemas.microsoft.com/office/drawing/2014/main" id="{1F554BE4-C639-643B-E0DC-8FDC5246E9C8}"/>
              </a:ext>
            </a:extLst>
          </p:cNvPr>
          <p:cNvSpPr/>
          <p:nvPr/>
        </p:nvSpPr>
        <p:spPr>
          <a:xfrm>
            <a:off x="11303740" y="2158973"/>
            <a:ext cx="64709" cy="55784"/>
          </a:xfrm>
          <a:prstGeom prst="triangle">
            <a:avLst/>
          </a:prstGeom>
          <a:solidFill>
            <a:schemeClr val="accent4">
              <a:lumMod val="50000"/>
            </a:schemeClr>
          </a:solidFill>
          <a:ln cap="rnd">
            <a:solidFill>
              <a:schemeClr val="accent4">
                <a:lumMod val="5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49654B56-7BD7-FFB5-92EA-DD916B3FC0E1}"/>
              </a:ext>
            </a:extLst>
          </p:cNvPr>
          <p:cNvSpPr/>
          <p:nvPr/>
        </p:nvSpPr>
        <p:spPr>
          <a:xfrm>
            <a:off x="11254714" y="5665492"/>
            <a:ext cx="161122" cy="16112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2" name="Isosceles Triangle 91">
            <a:extLst>
              <a:ext uri="{FF2B5EF4-FFF2-40B4-BE49-F238E27FC236}">
                <a16:creationId xmlns:a16="http://schemas.microsoft.com/office/drawing/2014/main" id="{48CCB858-6CB2-0E1F-54FB-946C18A44E24}"/>
              </a:ext>
            </a:extLst>
          </p:cNvPr>
          <p:cNvSpPr/>
          <p:nvPr/>
        </p:nvSpPr>
        <p:spPr>
          <a:xfrm rot="10800000">
            <a:off x="11303740" y="5729828"/>
            <a:ext cx="64709" cy="55784"/>
          </a:xfrm>
          <a:prstGeom prst="triangle">
            <a:avLst/>
          </a:prstGeom>
          <a:solidFill>
            <a:schemeClr val="accent4">
              <a:lumMod val="50000"/>
            </a:schemeClr>
          </a:solidFill>
          <a:ln cap="rnd">
            <a:solidFill>
              <a:schemeClr val="accent4">
                <a:lumMod val="5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4E5BDE94-2184-0B91-9383-4647F632A1F9}"/>
              </a:ext>
            </a:extLst>
          </p:cNvPr>
          <p:cNvSpPr/>
          <p:nvPr/>
        </p:nvSpPr>
        <p:spPr>
          <a:xfrm>
            <a:off x="5130355" y="1346831"/>
            <a:ext cx="1644161" cy="360000"/>
          </a:xfrm>
          <a:prstGeom prst="roundRect">
            <a:avLst>
              <a:gd name="adj" fmla="val 27151"/>
            </a:avLst>
          </a:prstGeom>
          <a:solidFill>
            <a:srgbClr val="E3F6FD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  <a:alpha val="60000"/>
                  </a:schemeClr>
                </a:solidFill>
              </a:rPr>
              <a:t>To</a:t>
            </a:r>
            <a:endParaRPr lang="vi-VN" sz="1200" dirty="0">
              <a:solidFill>
                <a:schemeClr val="accent4">
                  <a:lumMod val="75000"/>
                  <a:alpha val="60000"/>
                </a:schemeClr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15AAE61-302C-6A3A-CAA4-599923A9873B}"/>
              </a:ext>
            </a:extLst>
          </p:cNvPr>
          <p:cNvSpPr/>
          <p:nvPr/>
        </p:nvSpPr>
        <p:spPr>
          <a:xfrm>
            <a:off x="5551565" y="1346577"/>
            <a:ext cx="1218194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2"/>
                </a:solidFill>
              </a:rPr>
              <a:t>01/01/2027</a:t>
            </a:r>
            <a:endParaRPr lang="vi-VN" sz="1400" dirty="0">
              <a:solidFill>
                <a:schemeClr val="tx2"/>
              </a:solidFill>
            </a:endParaRP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02A8F530-B49F-6725-0FE1-4FD4888DF301}"/>
              </a:ext>
            </a:extLst>
          </p:cNvPr>
          <p:cNvSpPr/>
          <p:nvPr/>
        </p:nvSpPr>
        <p:spPr>
          <a:xfrm>
            <a:off x="6948000" y="1341299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C5ECC5F2-4C13-236A-4530-97B6B8923BD6}"/>
              </a:ext>
            </a:extLst>
          </p:cNvPr>
          <p:cNvSpPr/>
          <p:nvPr/>
        </p:nvSpPr>
        <p:spPr>
          <a:xfrm>
            <a:off x="3208859" y="936000"/>
            <a:ext cx="3559141" cy="360000"/>
          </a:xfrm>
          <a:prstGeom prst="roundRect">
            <a:avLst>
              <a:gd name="adj" fmla="val 27151"/>
            </a:avLst>
          </a:prstGeom>
          <a:solidFill>
            <a:srgbClr val="E3F6FD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  <a:alpha val="60000"/>
                  </a:schemeClr>
                </a:solidFill>
              </a:rPr>
              <a:t>Search “History”</a:t>
            </a:r>
            <a:endParaRPr lang="vi-VN" sz="1200" dirty="0">
              <a:solidFill>
                <a:schemeClr val="accent4">
                  <a:lumMod val="75000"/>
                  <a:alpha val="60000"/>
                </a:schemeClr>
              </a:solidFill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479A4B77-D0D1-BE37-D7E4-AA0276E2D036}"/>
              </a:ext>
            </a:extLst>
          </p:cNvPr>
          <p:cNvSpPr/>
          <p:nvPr/>
        </p:nvSpPr>
        <p:spPr>
          <a:xfrm>
            <a:off x="6408000" y="935746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73" name="Graphic 72" descr="Daily calendar with solid fill">
            <a:extLst>
              <a:ext uri="{FF2B5EF4-FFF2-40B4-BE49-F238E27FC236}">
                <a16:creationId xmlns:a16="http://schemas.microsoft.com/office/drawing/2014/main" id="{A00D39FD-833A-F272-D1EE-F0E0EB07A90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71235" y="1426756"/>
            <a:ext cx="180000" cy="180000"/>
          </a:xfrm>
          <a:prstGeom prst="rect">
            <a:avLst/>
          </a:prstGeom>
        </p:spPr>
      </p:pic>
      <p:pic>
        <p:nvPicPr>
          <p:cNvPr id="75" name="Graphic 74" descr="Daily calendar with solid fill">
            <a:extLst>
              <a:ext uri="{FF2B5EF4-FFF2-40B4-BE49-F238E27FC236}">
                <a16:creationId xmlns:a16="http://schemas.microsoft.com/office/drawing/2014/main" id="{3C154570-6AF3-35F7-AB9A-C74D005E994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28380" y="1426756"/>
            <a:ext cx="180000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085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A7309F-DF81-DC2A-88D9-5DF667DC01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16A3874-8384-E937-0051-C6A729753B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44000" y="756000"/>
            <a:ext cx="9504000" cy="5652000"/>
          </a:xfrm>
          <a:prstGeom prst="roundRect">
            <a:avLst>
              <a:gd name="adj" fmla="val 3291"/>
            </a:avLst>
          </a:prstGeom>
          <a:solidFill>
            <a:schemeClr val="accent4">
              <a:lumMod val="20000"/>
              <a:lumOff val="80000"/>
              <a:alpha val="1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711CB96-279A-D461-94F8-1CBB1F352BC8}"/>
              </a:ext>
            </a:extLst>
          </p:cNvPr>
          <p:cNvSpPr/>
          <p:nvPr/>
        </p:nvSpPr>
        <p:spPr>
          <a:xfrm>
            <a:off x="2493928" y="1760174"/>
            <a:ext cx="8738071" cy="353890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C2AD4D5-70B1-CDDE-671E-5563890C524C}"/>
              </a:ext>
            </a:extLst>
          </p:cNvPr>
          <p:cNvSpPr/>
          <p:nvPr/>
        </p:nvSpPr>
        <p:spPr>
          <a:xfrm>
            <a:off x="9072000" y="110400"/>
            <a:ext cx="2376000" cy="504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A3F9301-3A7F-878F-8C8D-0E1D0876CEE1}"/>
              </a:ext>
            </a:extLst>
          </p:cNvPr>
          <p:cNvSpPr/>
          <p:nvPr/>
        </p:nvSpPr>
        <p:spPr>
          <a:xfrm>
            <a:off x="72000" y="5832000"/>
            <a:ext cx="1764000" cy="576000"/>
          </a:xfrm>
          <a:prstGeom prst="roundRect">
            <a:avLst>
              <a:gd name="adj" fmla="val 35133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A913426-264F-8550-A4D6-698243F95F4B}"/>
              </a:ext>
            </a:extLst>
          </p:cNvPr>
          <p:cNvSpPr/>
          <p:nvPr/>
        </p:nvSpPr>
        <p:spPr>
          <a:xfrm>
            <a:off x="72000" y="756000"/>
            <a:ext cx="1764000" cy="3240000"/>
          </a:xfrm>
          <a:prstGeom prst="roundRect">
            <a:avLst>
              <a:gd name="adj" fmla="val 10328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736D1B-D1A9-94E1-70D6-4C3CCB5AC11F}"/>
              </a:ext>
            </a:extLst>
          </p:cNvPr>
          <p:cNvSpPr txBox="1"/>
          <p:nvPr/>
        </p:nvSpPr>
        <p:spPr>
          <a:xfrm>
            <a:off x="810163" y="72000"/>
            <a:ext cx="809837" cy="576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gradFill flip="none" rotWithShape="1">
                  <a:gsLst>
                    <a:gs pos="49000">
                      <a:schemeClr val="accent4">
                        <a:lumMod val="50000"/>
                      </a:schemeClr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5400000" scaled="1"/>
                  <a:tileRect/>
                </a:gradFill>
                <a:latin typeface="Compacta" panose="02020500000000000000" pitchFamily="18" charset="0"/>
                <a:ea typeface="Compacta" panose="02020500000000000000" pitchFamily="18" charset="0"/>
                <a:cs typeface="Compacta" panose="02020500000000000000" pitchFamily="18" charset="0"/>
              </a:rPr>
              <a:t>i</a:t>
            </a:r>
            <a:r>
              <a:rPr lang="en-US" sz="3200" dirty="0">
                <a:solidFill>
                  <a:schemeClr val="accent4">
                    <a:lumMod val="50000"/>
                  </a:schemeClr>
                </a:solidFill>
                <a:latin typeface="Compacta" panose="02020500000000000000" pitchFamily="18" charset="0"/>
                <a:ea typeface="Compacta" panose="02020500000000000000" pitchFamily="18" charset="0"/>
                <a:cs typeface="Compacta" panose="02020500000000000000" pitchFamily="18" charset="0"/>
              </a:rPr>
              <a:t>Park</a:t>
            </a:r>
            <a:endParaRPr lang="en-US" sz="2400" dirty="0">
              <a:solidFill>
                <a:schemeClr val="accent4">
                  <a:lumMod val="50000"/>
                </a:schemeClr>
              </a:solidFill>
              <a:latin typeface="Compacta" panose="02020500000000000000" pitchFamily="18" charset="0"/>
              <a:ea typeface="Compacta" panose="02020500000000000000" pitchFamily="18" charset="0"/>
              <a:cs typeface="Compacta" panose="02020500000000000000" pitchFamily="18" charset="0"/>
            </a:endParaRPr>
          </a:p>
        </p:txBody>
      </p:sp>
      <p:pic>
        <p:nvPicPr>
          <p:cNvPr id="9" name="Picture 8" descr="A blue and white logo&#10;&#10;AI-generated content may be incorrect.">
            <a:extLst>
              <a:ext uri="{FF2B5EF4-FFF2-40B4-BE49-F238E27FC236}">
                <a16:creationId xmlns:a16="http://schemas.microsoft.com/office/drawing/2014/main" id="{D46A4676-2DF8-E123-499B-81E24AD0C9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0" y="108000"/>
            <a:ext cx="504000" cy="50400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504FFDF-FA0E-7B09-C7FF-B9D1D4D24AF3}"/>
              </a:ext>
            </a:extLst>
          </p:cNvPr>
          <p:cNvSpPr/>
          <p:nvPr/>
        </p:nvSpPr>
        <p:spPr>
          <a:xfrm>
            <a:off x="288000" y="1368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Parking</a:t>
            </a:r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A5185B-C836-9DF7-5056-841539AB2B52}"/>
              </a:ext>
            </a:extLst>
          </p:cNvPr>
          <p:cNvSpPr/>
          <p:nvPr/>
        </p:nvSpPr>
        <p:spPr>
          <a:xfrm>
            <a:off x="288000" y="1872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Staffs</a:t>
            </a:r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1DA16DD-E87E-6E47-C347-F7F1CC779FA4}"/>
              </a:ext>
            </a:extLst>
          </p:cNvPr>
          <p:cNvSpPr>
            <a:spLocks/>
          </p:cNvSpPr>
          <p:nvPr/>
        </p:nvSpPr>
        <p:spPr>
          <a:xfrm>
            <a:off x="288000" y="2376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Accounts</a:t>
            </a:r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DC0C31C-898D-B80F-A878-FA18FE061033}"/>
              </a:ext>
            </a:extLst>
          </p:cNvPr>
          <p:cNvSpPr>
            <a:spLocks/>
          </p:cNvSpPr>
          <p:nvPr/>
        </p:nvSpPr>
        <p:spPr>
          <a:xfrm>
            <a:off x="288000" y="2880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Configuration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E8E8985-D377-AE24-8262-73113EA979AC}"/>
              </a:ext>
            </a:extLst>
          </p:cNvPr>
          <p:cNvSpPr/>
          <p:nvPr/>
        </p:nvSpPr>
        <p:spPr>
          <a:xfrm>
            <a:off x="288000" y="3384000"/>
            <a:ext cx="1440000" cy="504000"/>
          </a:xfrm>
          <a:prstGeom prst="roundRect">
            <a:avLst>
              <a:gd name="adj" fmla="val 27151"/>
            </a:avLst>
          </a:prstGeom>
          <a:gradFill flip="none" rotWithShape="1">
            <a:gsLst>
              <a:gs pos="10000">
                <a:schemeClr val="accent4">
                  <a:lumMod val="50000"/>
                </a:schemeClr>
              </a:gs>
              <a:gs pos="100000">
                <a:schemeClr val="accent4">
                  <a:alpha val="20000"/>
                  <a:lumMod val="20000"/>
                  <a:lumOff val="80000"/>
                </a:schemeClr>
              </a:gs>
            </a:gsLst>
            <a:lin ang="0" scaled="1"/>
            <a:tileRect/>
          </a:gra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History</a:t>
            </a:r>
            <a:endParaRPr lang="vi-VN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FFB8347-7BDC-88A9-3A02-17CB545D0D28}"/>
              </a:ext>
            </a:extLst>
          </p:cNvPr>
          <p:cNvSpPr>
            <a:spLocks/>
          </p:cNvSpPr>
          <p:nvPr/>
        </p:nvSpPr>
        <p:spPr>
          <a:xfrm>
            <a:off x="288000" y="900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Home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4BDC152-F93D-C2FA-1292-299AE4ABC0F1}"/>
              </a:ext>
            </a:extLst>
          </p:cNvPr>
          <p:cNvSpPr>
            <a:spLocks/>
          </p:cNvSpPr>
          <p:nvPr/>
        </p:nvSpPr>
        <p:spPr>
          <a:xfrm>
            <a:off x="471488" y="5868000"/>
            <a:ext cx="1256513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Settings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96E7165-E724-1C2B-4430-81A22AC6D1F3}"/>
              </a:ext>
            </a:extLst>
          </p:cNvPr>
          <p:cNvSpPr/>
          <p:nvPr/>
        </p:nvSpPr>
        <p:spPr>
          <a:xfrm>
            <a:off x="144000" y="3456000"/>
            <a:ext cx="90000" cy="36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4">
                  <a:lumMod val="7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D4D164F-E383-D5E9-1ACA-D7A2824E1F82}"/>
              </a:ext>
            </a:extLst>
          </p:cNvPr>
          <p:cNvGrpSpPr/>
          <p:nvPr/>
        </p:nvGrpSpPr>
        <p:grpSpPr>
          <a:xfrm>
            <a:off x="10862065" y="170065"/>
            <a:ext cx="379870" cy="379870"/>
            <a:chOff x="10877259" y="170065"/>
            <a:chExt cx="379870" cy="379870"/>
          </a:xfrm>
        </p:grpSpPr>
        <p:pic>
          <p:nvPicPr>
            <p:cNvPr id="7" name="Graphic 6" descr="User with solid fill">
              <a:extLst>
                <a:ext uri="{FF2B5EF4-FFF2-40B4-BE49-F238E27FC236}">
                  <a16:creationId xmlns:a16="http://schemas.microsoft.com/office/drawing/2014/main" id="{B8E37742-5000-3F9B-C297-6622A366B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12429" t="3890" r="11865" b="20403"/>
            <a:stretch/>
          </p:blipFill>
          <p:spPr>
            <a:xfrm>
              <a:off x="10919942" y="221864"/>
              <a:ext cx="294505" cy="294505"/>
            </a:xfrm>
            <a:prstGeom prst="ellipse">
              <a:avLst/>
            </a:prstGeom>
          </p:spPr>
        </p:pic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669580F-924E-F2FD-98EB-5C7CA2D079D6}"/>
                </a:ext>
              </a:extLst>
            </p:cNvPr>
            <p:cNvSpPr/>
            <p:nvPr/>
          </p:nvSpPr>
          <p:spPr>
            <a:xfrm>
              <a:off x="10877259" y="170065"/>
              <a:ext cx="379870" cy="379870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F220D06-C493-923E-F9B6-CF626DF373CF}"/>
              </a:ext>
            </a:extLst>
          </p:cNvPr>
          <p:cNvSpPr/>
          <p:nvPr/>
        </p:nvSpPr>
        <p:spPr>
          <a:xfrm>
            <a:off x="1944000" y="180000"/>
            <a:ext cx="4824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Search</a:t>
            </a:r>
            <a:endParaRPr lang="vi-VN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76861BE-1EC4-5887-6A44-84266204C853}"/>
              </a:ext>
            </a:extLst>
          </p:cNvPr>
          <p:cNvSpPr/>
          <p:nvPr/>
        </p:nvSpPr>
        <p:spPr>
          <a:xfrm>
            <a:off x="10332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BC79E98-A1A8-0F77-16C3-29AD847C6079}"/>
              </a:ext>
            </a:extLst>
          </p:cNvPr>
          <p:cNvSpPr/>
          <p:nvPr/>
        </p:nvSpPr>
        <p:spPr>
          <a:xfrm>
            <a:off x="9792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C474626-A4B8-B3A2-605E-1A045F78E84F}"/>
              </a:ext>
            </a:extLst>
          </p:cNvPr>
          <p:cNvSpPr/>
          <p:nvPr/>
        </p:nvSpPr>
        <p:spPr>
          <a:xfrm>
            <a:off x="9252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226E94B-03F8-DE2C-E415-6ACA8CAC8476}"/>
              </a:ext>
            </a:extLst>
          </p:cNvPr>
          <p:cNvSpPr/>
          <p:nvPr/>
        </p:nvSpPr>
        <p:spPr>
          <a:xfrm>
            <a:off x="6408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BE72AB1-7A46-4585-49D5-93708F1FA1D3}"/>
              </a:ext>
            </a:extLst>
          </p:cNvPr>
          <p:cNvSpPr/>
          <p:nvPr/>
        </p:nvSpPr>
        <p:spPr>
          <a:xfrm>
            <a:off x="2051999" y="2115888"/>
            <a:ext cx="9180001" cy="3710730"/>
          </a:xfrm>
          <a:prstGeom prst="roundRect">
            <a:avLst>
              <a:gd name="adj" fmla="val 3665"/>
            </a:avLst>
          </a:prstGeom>
          <a:solidFill>
            <a:srgbClr val="E3F6FD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51C9D6A-B8E1-BBE0-7EDD-E37EAC91828C}"/>
              </a:ext>
            </a:extLst>
          </p:cNvPr>
          <p:cNvSpPr/>
          <p:nvPr/>
        </p:nvSpPr>
        <p:spPr>
          <a:xfrm>
            <a:off x="2052000" y="850262"/>
            <a:ext cx="7771391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History</a:t>
            </a:r>
            <a:endParaRPr lang="vi-VN" sz="28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C1A533E-9253-DCCB-81DA-3B5FC228041D}"/>
              </a:ext>
            </a:extLst>
          </p:cNvPr>
          <p:cNvSpPr/>
          <p:nvPr/>
        </p:nvSpPr>
        <p:spPr>
          <a:xfrm>
            <a:off x="10628237" y="936000"/>
            <a:ext cx="603763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F1DDA18-349D-865D-A2F8-F03B6856322E}"/>
              </a:ext>
            </a:extLst>
          </p:cNvPr>
          <p:cNvSpPr/>
          <p:nvPr/>
        </p:nvSpPr>
        <p:spPr>
          <a:xfrm>
            <a:off x="9548237" y="936000"/>
            <a:ext cx="900000" cy="360000"/>
          </a:xfrm>
          <a:prstGeom prst="roundRect">
            <a:avLst>
              <a:gd name="adj" fmla="val 27151"/>
            </a:avLst>
          </a:prstGeom>
          <a:solidFill>
            <a:srgbClr val="FF4747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Clear</a:t>
            </a:r>
            <a:endParaRPr lang="vi-VN" sz="1200" b="1" dirty="0">
              <a:solidFill>
                <a:schemeClr val="bg1"/>
              </a:solidFill>
            </a:endParaRPr>
          </a:p>
        </p:txBody>
      </p:sp>
      <p:pic>
        <p:nvPicPr>
          <p:cNvPr id="42" name="Graphic 41" descr="Single gear with solid fill">
            <a:extLst>
              <a:ext uri="{FF2B5EF4-FFF2-40B4-BE49-F238E27FC236}">
                <a16:creationId xmlns:a16="http://schemas.microsoft.com/office/drawing/2014/main" id="{82928CC8-EA99-1C68-8BFF-DB4208C616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1165" y="5938838"/>
            <a:ext cx="360000" cy="3600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7A233F2-6C5E-5145-5C46-C0CE21B5B91E}"/>
              </a:ext>
            </a:extLst>
          </p:cNvPr>
          <p:cNvSpPr/>
          <p:nvPr/>
        </p:nvSpPr>
        <p:spPr>
          <a:xfrm>
            <a:off x="8468237" y="936000"/>
            <a:ext cx="90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4">
                    <a:lumMod val="50000"/>
                  </a:schemeClr>
                </a:solidFill>
              </a:rPr>
              <a:t>Export</a:t>
            </a:r>
            <a:endParaRPr lang="vi-VN" sz="12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43264F0-F0AE-0345-2B18-B30D91B8FF2C}"/>
              </a:ext>
            </a:extLst>
          </p:cNvPr>
          <p:cNvSpPr/>
          <p:nvPr/>
        </p:nvSpPr>
        <p:spPr>
          <a:xfrm>
            <a:off x="2493929" y="1753036"/>
            <a:ext cx="609055" cy="360000"/>
          </a:xfrm>
          <a:prstGeom prst="roundRect">
            <a:avLst>
              <a:gd name="adj" fmla="val 5000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ID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847DB72-30D7-821A-1F1C-20E961F5EE48}"/>
              </a:ext>
            </a:extLst>
          </p:cNvPr>
          <p:cNvSpPr/>
          <p:nvPr/>
        </p:nvSpPr>
        <p:spPr>
          <a:xfrm>
            <a:off x="3108325" y="1756566"/>
            <a:ext cx="1619268" cy="360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Event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8861B80-16F5-5687-7FAE-25F9F0B61EDC}"/>
              </a:ext>
            </a:extLst>
          </p:cNvPr>
          <p:cNvSpPr/>
          <p:nvPr/>
        </p:nvSpPr>
        <p:spPr>
          <a:xfrm>
            <a:off x="4727593" y="1751429"/>
            <a:ext cx="4344407" cy="360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Description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C783EA7-E0CF-1061-578D-66FEE460C2F1}"/>
              </a:ext>
            </a:extLst>
          </p:cNvPr>
          <p:cNvSpPr/>
          <p:nvPr/>
        </p:nvSpPr>
        <p:spPr>
          <a:xfrm>
            <a:off x="9671222" y="1750428"/>
            <a:ext cx="1570713" cy="36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4">
                  <a:lumMod val="50000"/>
                  <a:alpha val="5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16200000" scaled="1"/>
            <a:tileRect/>
          </a:gra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2"/>
                </a:solidFill>
              </a:rPr>
              <a:t>Time</a:t>
            </a:r>
            <a:endParaRPr lang="vi-VN" sz="1200" b="1" dirty="0">
              <a:solidFill>
                <a:schemeClr val="tx2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2A785F7-ED8E-0472-E420-986E93FD9053}"/>
              </a:ext>
            </a:extLst>
          </p:cNvPr>
          <p:cNvSpPr/>
          <p:nvPr/>
        </p:nvSpPr>
        <p:spPr>
          <a:xfrm>
            <a:off x="2493929" y="1813484"/>
            <a:ext cx="397663" cy="360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FA1096A8-FB54-0C36-04EB-8D3EFFA9A759}"/>
              </a:ext>
            </a:extLst>
          </p:cNvPr>
          <p:cNvSpPr/>
          <p:nvPr/>
        </p:nvSpPr>
        <p:spPr>
          <a:xfrm>
            <a:off x="9072001" y="1752747"/>
            <a:ext cx="599222" cy="360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Park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A55EF32-A506-4B6F-04D5-491F4093624C}"/>
              </a:ext>
            </a:extLst>
          </p:cNvPr>
          <p:cNvSpPr/>
          <p:nvPr/>
        </p:nvSpPr>
        <p:spPr>
          <a:xfrm>
            <a:off x="3208859" y="1346831"/>
            <a:ext cx="1813496" cy="360000"/>
          </a:xfrm>
          <a:prstGeom prst="roundRect">
            <a:avLst>
              <a:gd name="adj" fmla="val 27151"/>
            </a:avLst>
          </a:prstGeom>
          <a:solidFill>
            <a:srgbClr val="E3F6FD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  <a:alpha val="60000"/>
                  </a:schemeClr>
                </a:solidFill>
              </a:rPr>
              <a:t>From</a:t>
            </a:r>
            <a:endParaRPr lang="vi-VN" sz="1200" dirty="0">
              <a:solidFill>
                <a:schemeClr val="accent4">
                  <a:lumMod val="75000"/>
                  <a:alpha val="60000"/>
                </a:schemeClr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407B70E-F5AD-C405-F9AF-99EFBA4D6196}"/>
              </a:ext>
            </a:extLst>
          </p:cNvPr>
          <p:cNvSpPr/>
          <p:nvPr/>
        </p:nvSpPr>
        <p:spPr>
          <a:xfrm>
            <a:off x="6948000" y="935746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2" name="Isosceles Triangle 61">
            <a:extLst>
              <a:ext uri="{FF2B5EF4-FFF2-40B4-BE49-F238E27FC236}">
                <a16:creationId xmlns:a16="http://schemas.microsoft.com/office/drawing/2014/main" id="{5D6C22DB-A34F-942A-3AD1-AB6D004A0691}"/>
              </a:ext>
            </a:extLst>
          </p:cNvPr>
          <p:cNvSpPr/>
          <p:nvPr/>
        </p:nvSpPr>
        <p:spPr>
          <a:xfrm rot="10800000">
            <a:off x="10998888" y="1886301"/>
            <a:ext cx="102555" cy="88410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ADB0E21F-D564-8AEF-CA77-C5FDE7336D7A}"/>
              </a:ext>
            </a:extLst>
          </p:cNvPr>
          <p:cNvSpPr/>
          <p:nvPr/>
        </p:nvSpPr>
        <p:spPr>
          <a:xfrm>
            <a:off x="2223930" y="1859251"/>
            <a:ext cx="144000" cy="144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381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63E5411-5A34-C64F-BE51-A6A1411D7EE0}"/>
              </a:ext>
            </a:extLst>
          </p:cNvPr>
          <p:cNvSpPr/>
          <p:nvPr/>
        </p:nvSpPr>
        <p:spPr>
          <a:xfrm>
            <a:off x="8712000" y="1434125"/>
            <a:ext cx="2529935" cy="207620"/>
          </a:xfrm>
          <a:prstGeom prst="roundRect">
            <a:avLst>
              <a:gd name="adj" fmla="val 5000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000" dirty="0">
                <a:solidFill>
                  <a:schemeClr val="tx2">
                    <a:alpha val="50000"/>
                  </a:schemeClr>
                </a:solidFill>
              </a:rPr>
              <a:t>Recording stopped at 14:14, 01/01/2027</a:t>
            </a:r>
            <a:endParaRPr lang="vi-VN" sz="1000" dirty="0">
              <a:solidFill>
                <a:schemeClr val="tx2">
                  <a:alpha val="50000"/>
                </a:schemeClr>
              </a:solidFill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23D2EBCA-3303-71C1-FA2E-0C6F90177D29}"/>
              </a:ext>
            </a:extLst>
          </p:cNvPr>
          <p:cNvSpPr/>
          <p:nvPr/>
        </p:nvSpPr>
        <p:spPr>
          <a:xfrm>
            <a:off x="9468489" y="5903243"/>
            <a:ext cx="1043510" cy="362144"/>
          </a:xfrm>
          <a:prstGeom prst="roundRect">
            <a:avLst>
              <a:gd name="adj" fmla="val 5000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Items/page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533DBCF1-5096-7242-2C7C-BFF33E846C77}"/>
              </a:ext>
            </a:extLst>
          </p:cNvPr>
          <p:cNvSpPr/>
          <p:nvPr/>
        </p:nvSpPr>
        <p:spPr>
          <a:xfrm>
            <a:off x="10515600" y="5898240"/>
            <a:ext cx="726335" cy="36214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100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12AC9808-91C3-A445-E47E-A89576701ADA}"/>
              </a:ext>
            </a:extLst>
          </p:cNvPr>
          <p:cNvSpPr/>
          <p:nvPr/>
        </p:nvSpPr>
        <p:spPr>
          <a:xfrm>
            <a:off x="3804161" y="1346577"/>
            <a:ext cx="1218194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2"/>
                </a:solidFill>
              </a:rPr>
              <a:t>02/04/2027</a:t>
            </a:r>
            <a:endParaRPr lang="vi-VN" sz="1200" dirty="0">
              <a:solidFill>
                <a:schemeClr val="tx2"/>
              </a:solidFill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21F48D59-4F97-09A9-AF42-0D9EFE31042A}"/>
              </a:ext>
            </a:extLst>
          </p:cNvPr>
          <p:cNvSpPr/>
          <p:nvPr/>
        </p:nvSpPr>
        <p:spPr>
          <a:xfrm>
            <a:off x="2853928" y="5903243"/>
            <a:ext cx="641392" cy="362144"/>
          </a:xfrm>
          <a:prstGeom prst="roundRect">
            <a:avLst>
              <a:gd name="adj" fmla="val 5000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Page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407047BC-73E7-3A02-D012-0A2D2501257A}"/>
              </a:ext>
            </a:extLst>
          </p:cNvPr>
          <p:cNvSpPr/>
          <p:nvPr/>
        </p:nvSpPr>
        <p:spPr>
          <a:xfrm>
            <a:off x="3490859" y="5898240"/>
            <a:ext cx="1114808" cy="362144"/>
          </a:xfrm>
          <a:prstGeom prst="roundRect">
            <a:avLst>
              <a:gd name="adj" fmla="val 50000"/>
            </a:avLst>
          </a:prstGeom>
          <a:solidFill>
            <a:srgbClr val="E3F6FD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                1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9082D249-446A-55B8-C4C0-90269322BFDE}"/>
              </a:ext>
            </a:extLst>
          </p:cNvPr>
          <p:cNvSpPr/>
          <p:nvPr/>
        </p:nvSpPr>
        <p:spPr>
          <a:xfrm>
            <a:off x="3498920" y="5898240"/>
            <a:ext cx="610484" cy="36214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1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39BC7790-4010-E061-199C-83FBBC0882C4}"/>
              </a:ext>
            </a:extLst>
          </p:cNvPr>
          <p:cNvSpPr/>
          <p:nvPr/>
        </p:nvSpPr>
        <p:spPr>
          <a:xfrm>
            <a:off x="2056530" y="5899312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bg1">
              <a:lumMod val="95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87415954-0407-D4D3-0C9B-EDE0225F24BB}"/>
              </a:ext>
            </a:extLst>
          </p:cNvPr>
          <p:cNvSpPr/>
          <p:nvPr/>
        </p:nvSpPr>
        <p:spPr>
          <a:xfrm>
            <a:off x="2493928" y="5899312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bg1">
              <a:lumMod val="95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2C9DAEB6-B887-7005-ADE1-085A15282BF3}"/>
              </a:ext>
            </a:extLst>
          </p:cNvPr>
          <p:cNvSpPr/>
          <p:nvPr/>
        </p:nvSpPr>
        <p:spPr>
          <a:xfrm>
            <a:off x="7308000" y="1015250"/>
            <a:ext cx="1158733" cy="207620"/>
          </a:xfrm>
          <a:prstGeom prst="roundRect">
            <a:avLst>
              <a:gd name="adj" fmla="val 5000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2">
                    <a:alpha val="50000"/>
                  </a:schemeClr>
                </a:solidFill>
              </a:rPr>
              <a:t>0 results</a:t>
            </a:r>
            <a:endParaRPr lang="vi-VN" sz="1000" dirty="0">
              <a:solidFill>
                <a:schemeClr val="tx2">
                  <a:alpha val="50000"/>
                </a:schemeClr>
              </a:solidFill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4E5BDE94-2184-0B91-9383-4647F632A1F9}"/>
              </a:ext>
            </a:extLst>
          </p:cNvPr>
          <p:cNvSpPr/>
          <p:nvPr/>
        </p:nvSpPr>
        <p:spPr>
          <a:xfrm>
            <a:off x="5130355" y="1346831"/>
            <a:ext cx="1644161" cy="360000"/>
          </a:xfrm>
          <a:prstGeom prst="roundRect">
            <a:avLst>
              <a:gd name="adj" fmla="val 27151"/>
            </a:avLst>
          </a:prstGeom>
          <a:solidFill>
            <a:srgbClr val="E3F6FD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  <a:alpha val="60000"/>
                  </a:schemeClr>
                </a:solidFill>
              </a:rPr>
              <a:t>To</a:t>
            </a:r>
            <a:endParaRPr lang="vi-VN" sz="1200" dirty="0">
              <a:solidFill>
                <a:schemeClr val="accent4">
                  <a:lumMod val="75000"/>
                  <a:alpha val="60000"/>
                </a:schemeClr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15AAE61-302C-6A3A-CAA4-599923A9873B}"/>
              </a:ext>
            </a:extLst>
          </p:cNvPr>
          <p:cNvSpPr/>
          <p:nvPr/>
        </p:nvSpPr>
        <p:spPr>
          <a:xfrm>
            <a:off x="5551565" y="1346577"/>
            <a:ext cx="1218194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2"/>
                </a:solidFill>
              </a:rPr>
              <a:t>01/01/2027</a:t>
            </a:r>
            <a:endParaRPr lang="vi-VN" sz="1400" dirty="0">
              <a:solidFill>
                <a:schemeClr val="tx2"/>
              </a:solidFill>
            </a:endParaRP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02A8F530-B49F-6725-0FE1-4FD4888DF301}"/>
              </a:ext>
            </a:extLst>
          </p:cNvPr>
          <p:cNvSpPr/>
          <p:nvPr/>
        </p:nvSpPr>
        <p:spPr>
          <a:xfrm>
            <a:off x="6948000" y="1341299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C5ECC5F2-4C13-236A-4530-97B6B8923BD6}"/>
              </a:ext>
            </a:extLst>
          </p:cNvPr>
          <p:cNvSpPr/>
          <p:nvPr/>
        </p:nvSpPr>
        <p:spPr>
          <a:xfrm>
            <a:off x="3208859" y="936000"/>
            <a:ext cx="3559141" cy="360000"/>
          </a:xfrm>
          <a:prstGeom prst="roundRect">
            <a:avLst>
              <a:gd name="adj" fmla="val 27151"/>
            </a:avLst>
          </a:prstGeom>
          <a:solidFill>
            <a:srgbClr val="E3F6FD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2"/>
                </a:solidFill>
              </a:rPr>
              <a:t>N!gga</a:t>
            </a:r>
            <a:endParaRPr lang="vi-VN" sz="1200" dirty="0">
              <a:solidFill>
                <a:schemeClr val="tx2"/>
              </a:solidFill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479A4B77-D0D1-BE37-D7E4-AA0276E2D036}"/>
              </a:ext>
            </a:extLst>
          </p:cNvPr>
          <p:cNvSpPr/>
          <p:nvPr/>
        </p:nvSpPr>
        <p:spPr>
          <a:xfrm>
            <a:off x="6408000" y="935746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01DC1F29-1796-2FEC-721B-6464F67353DA}"/>
              </a:ext>
            </a:extLst>
          </p:cNvPr>
          <p:cNvSpPr/>
          <p:nvPr/>
        </p:nvSpPr>
        <p:spPr>
          <a:xfrm>
            <a:off x="6014748" y="3708000"/>
            <a:ext cx="1362503" cy="360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No result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BC689754-AE6A-75EE-3B7C-5D81A1933C96}"/>
              </a:ext>
            </a:extLst>
          </p:cNvPr>
          <p:cNvSpPr/>
          <p:nvPr/>
        </p:nvSpPr>
        <p:spPr>
          <a:xfrm>
            <a:off x="5952435" y="935746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861646EC-C4F3-948A-DA63-1641D87FB0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502355" y="1778197"/>
            <a:ext cx="2520000" cy="2331523"/>
          </a:xfrm>
          <a:prstGeom prst="roundRect">
            <a:avLst>
              <a:gd name="adj" fmla="val 8280"/>
            </a:avLst>
          </a:prstGeom>
          <a:solidFill>
            <a:schemeClr val="bg1"/>
          </a:solidFill>
          <a:ln w="63500">
            <a:noFill/>
          </a:ln>
          <a:effectLst>
            <a:outerShdw blurRad="254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79" name="Graphic 78" descr="Daily calendar with solid fill">
            <a:extLst>
              <a:ext uri="{FF2B5EF4-FFF2-40B4-BE49-F238E27FC236}">
                <a16:creationId xmlns:a16="http://schemas.microsoft.com/office/drawing/2014/main" id="{8CC372A0-08D9-8B28-84D0-B0A2C304AA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71235" y="1426756"/>
            <a:ext cx="180000" cy="180000"/>
          </a:xfrm>
          <a:prstGeom prst="rect">
            <a:avLst/>
          </a:prstGeom>
        </p:spPr>
      </p:pic>
      <p:pic>
        <p:nvPicPr>
          <p:cNvPr id="80" name="Graphic 79" descr="Daily calendar with solid fill">
            <a:extLst>
              <a:ext uri="{FF2B5EF4-FFF2-40B4-BE49-F238E27FC236}">
                <a16:creationId xmlns:a16="http://schemas.microsoft.com/office/drawing/2014/main" id="{8E73961E-D72B-7E4A-196E-C35071A48C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28380" y="1426756"/>
            <a:ext cx="180000" cy="180000"/>
          </a:xfrm>
          <a:prstGeom prst="rect">
            <a:avLst/>
          </a:prstGeom>
        </p:spPr>
      </p:pic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B1A784F0-5713-ED2F-C257-45506474B8DC}"/>
              </a:ext>
            </a:extLst>
          </p:cNvPr>
          <p:cNvSpPr/>
          <p:nvPr/>
        </p:nvSpPr>
        <p:spPr>
          <a:xfrm>
            <a:off x="4588473" y="1851772"/>
            <a:ext cx="360000" cy="360000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82" name="Graphic 81" descr="Close with solid fill">
            <a:extLst>
              <a:ext uri="{FF2B5EF4-FFF2-40B4-BE49-F238E27FC236}">
                <a16:creationId xmlns:a16="http://schemas.microsoft.com/office/drawing/2014/main" id="{3E0175CE-9AC6-FC34-0D80-56020196A84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83209" y="1946522"/>
            <a:ext cx="180000" cy="180000"/>
          </a:xfrm>
          <a:prstGeom prst="rect">
            <a:avLst/>
          </a:prstGeom>
        </p:spPr>
      </p:pic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B072F59A-396C-6EB3-A5C9-220C7B0E9153}"/>
              </a:ext>
            </a:extLst>
          </p:cNvPr>
          <p:cNvSpPr/>
          <p:nvPr/>
        </p:nvSpPr>
        <p:spPr>
          <a:xfrm>
            <a:off x="3456864" y="1846815"/>
            <a:ext cx="1011417" cy="360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April, 2027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843A9565-162D-36EA-2815-3402B2020F75}"/>
              </a:ext>
            </a:extLst>
          </p:cNvPr>
          <p:cNvSpPr/>
          <p:nvPr/>
        </p:nvSpPr>
        <p:spPr>
          <a:xfrm>
            <a:off x="2584663" y="2266557"/>
            <a:ext cx="2363810" cy="209331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6570C04E-6E7C-B571-45E6-178F66BF15E1}"/>
              </a:ext>
            </a:extLst>
          </p:cNvPr>
          <p:cNvSpPr/>
          <p:nvPr/>
        </p:nvSpPr>
        <p:spPr>
          <a:xfrm>
            <a:off x="2584663" y="2270994"/>
            <a:ext cx="302353" cy="200456"/>
          </a:xfrm>
          <a:prstGeom prst="roundRect">
            <a:avLst>
              <a:gd name="adj" fmla="val 5000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4747"/>
                </a:solidFill>
              </a:rPr>
              <a:t>S</a:t>
            </a:r>
            <a:endParaRPr lang="vi-VN" sz="1000" b="1" dirty="0">
              <a:solidFill>
                <a:srgbClr val="FF4747"/>
              </a:solidFill>
            </a:endParaRP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F403B296-CAE5-FD06-8E6A-4A824E1B7A29}"/>
              </a:ext>
            </a:extLst>
          </p:cNvPr>
          <p:cNvSpPr/>
          <p:nvPr/>
        </p:nvSpPr>
        <p:spPr>
          <a:xfrm>
            <a:off x="2939509" y="2270994"/>
            <a:ext cx="302353" cy="200456"/>
          </a:xfrm>
          <a:prstGeom prst="roundRect">
            <a:avLst>
              <a:gd name="adj" fmla="val 5000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M</a:t>
            </a:r>
            <a:endParaRPr lang="vi-VN" sz="1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3DBE7BE0-6D0F-DC52-DC0B-BD667D67B31D}"/>
              </a:ext>
            </a:extLst>
          </p:cNvPr>
          <p:cNvSpPr/>
          <p:nvPr/>
        </p:nvSpPr>
        <p:spPr>
          <a:xfrm>
            <a:off x="3294355" y="2270994"/>
            <a:ext cx="302353" cy="200456"/>
          </a:xfrm>
          <a:prstGeom prst="roundRect">
            <a:avLst>
              <a:gd name="adj" fmla="val 5000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T</a:t>
            </a:r>
            <a:endParaRPr lang="vi-VN" sz="1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A329A92F-B600-B81B-C83B-8990E236B231}"/>
              </a:ext>
            </a:extLst>
          </p:cNvPr>
          <p:cNvSpPr/>
          <p:nvPr/>
        </p:nvSpPr>
        <p:spPr>
          <a:xfrm>
            <a:off x="3653803" y="2270994"/>
            <a:ext cx="302353" cy="200456"/>
          </a:xfrm>
          <a:prstGeom prst="roundRect">
            <a:avLst>
              <a:gd name="adj" fmla="val 5000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W</a:t>
            </a:r>
            <a:endParaRPr lang="vi-VN" sz="1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1C98030B-EA08-EA23-9B50-6A208C1541D3}"/>
              </a:ext>
            </a:extLst>
          </p:cNvPr>
          <p:cNvSpPr/>
          <p:nvPr/>
        </p:nvSpPr>
        <p:spPr>
          <a:xfrm>
            <a:off x="3982487" y="2270994"/>
            <a:ext cx="302353" cy="200456"/>
          </a:xfrm>
          <a:prstGeom prst="roundRect">
            <a:avLst>
              <a:gd name="adj" fmla="val 5000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T</a:t>
            </a:r>
            <a:endParaRPr lang="vi-VN" sz="1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69C34B81-ABAF-6F33-80CC-2A91C683E2A8}"/>
              </a:ext>
            </a:extLst>
          </p:cNvPr>
          <p:cNvSpPr/>
          <p:nvPr/>
        </p:nvSpPr>
        <p:spPr>
          <a:xfrm>
            <a:off x="4311172" y="2270994"/>
            <a:ext cx="302353" cy="200456"/>
          </a:xfrm>
          <a:prstGeom prst="roundRect">
            <a:avLst>
              <a:gd name="adj" fmla="val 5000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F</a:t>
            </a:r>
            <a:endParaRPr lang="vi-VN" sz="1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860A16FC-14DA-085B-AFE2-CA40155FD14D}"/>
              </a:ext>
            </a:extLst>
          </p:cNvPr>
          <p:cNvSpPr/>
          <p:nvPr/>
        </p:nvSpPr>
        <p:spPr>
          <a:xfrm>
            <a:off x="4646120" y="2270994"/>
            <a:ext cx="302353" cy="200456"/>
          </a:xfrm>
          <a:prstGeom prst="roundRect">
            <a:avLst>
              <a:gd name="adj" fmla="val 5000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T</a:t>
            </a:r>
            <a:endParaRPr lang="vi-VN" sz="1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C41D6D5A-B534-AD0F-A076-C513DEE069ED}"/>
              </a:ext>
            </a:extLst>
          </p:cNvPr>
          <p:cNvSpPr/>
          <p:nvPr/>
        </p:nvSpPr>
        <p:spPr>
          <a:xfrm>
            <a:off x="2573761" y="2543072"/>
            <a:ext cx="324156" cy="200456"/>
          </a:xfrm>
          <a:prstGeom prst="roundRect">
            <a:avLst>
              <a:gd name="adj" fmla="val 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4747">
                    <a:alpha val="30000"/>
                  </a:srgbClr>
                </a:solidFill>
              </a:rPr>
              <a:t>29</a:t>
            </a:r>
            <a:endParaRPr lang="vi-VN" sz="1000" b="1" dirty="0">
              <a:solidFill>
                <a:srgbClr val="FF4747">
                  <a:alpha val="30000"/>
                </a:srgbClr>
              </a:solidFill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E2FB98E7-95D6-16C9-3F73-EC96BCBD084C}"/>
              </a:ext>
            </a:extLst>
          </p:cNvPr>
          <p:cNvSpPr/>
          <p:nvPr/>
        </p:nvSpPr>
        <p:spPr>
          <a:xfrm>
            <a:off x="2928607" y="2543072"/>
            <a:ext cx="324155" cy="200456"/>
          </a:xfrm>
          <a:prstGeom prst="roundRect">
            <a:avLst>
              <a:gd name="adj" fmla="val 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4">
                    <a:lumMod val="50000"/>
                    <a:alpha val="30000"/>
                  </a:schemeClr>
                </a:solidFill>
              </a:rPr>
              <a:t>30</a:t>
            </a:r>
            <a:endParaRPr lang="vi-VN" sz="1000" dirty="0">
              <a:solidFill>
                <a:schemeClr val="accent4">
                  <a:lumMod val="50000"/>
                  <a:alpha val="30000"/>
                </a:schemeClr>
              </a:solidFill>
            </a:endParaRP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FFBB8E0C-969C-6699-0847-C84438D0C39E}"/>
              </a:ext>
            </a:extLst>
          </p:cNvPr>
          <p:cNvSpPr/>
          <p:nvPr/>
        </p:nvSpPr>
        <p:spPr>
          <a:xfrm>
            <a:off x="3283453" y="2543072"/>
            <a:ext cx="324155" cy="200456"/>
          </a:xfrm>
          <a:prstGeom prst="roundRect">
            <a:avLst>
              <a:gd name="adj" fmla="val 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4">
                    <a:lumMod val="50000"/>
                    <a:alpha val="30000"/>
                  </a:schemeClr>
                </a:solidFill>
              </a:rPr>
              <a:t>31</a:t>
            </a:r>
            <a:endParaRPr lang="vi-VN" sz="1000" dirty="0">
              <a:solidFill>
                <a:schemeClr val="accent4">
                  <a:lumMod val="50000"/>
                  <a:alpha val="30000"/>
                </a:schemeClr>
              </a:solidFill>
            </a:endParaRP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1E35D959-A19C-D506-C0A6-66CF39F12F86}"/>
              </a:ext>
            </a:extLst>
          </p:cNvPr>
          <p:cNvSpPr/>
          <p:nvPr/>
        </p:nvSpPr>
        <p:spPr>
          <a:xfrm>
            <a:off x="3653803" y="2543072"/>
            <a:ext cx="302353" cy="200456"/>
          </a:xfrm>
          <a:prstGeom prst="roundRect">
            <a:avLst>
              <a:gd name="adj" fmla="val 5000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1</a:t>
            </a:r>
            <a:endParaRPr lang="vi-VN" sz="1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5B6F79CE-81D7-5601-9F4A-A08E2DF9D6F0}"/>
              </a:ext>
            </a:extLst>
          </p:cNvPr>
          <p:cNvSpPr/>
          <p:nvPr/>
        </p:nvSpPr>
        <p:spPr>
          <a:xfrm>
            <a:off x="3982487" y="2543072"/>
            <a:ext cx="302353" cy="200456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vi-VN" sz="1000" b="1" dirty="0">
              <a:solidFill>
                <a:schemeClr val="bg1"/>
              </a:solidFill>
            </a:endParaRP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CE75D7B9-2518-F242-B1EC-E8A3A686AD82}"/>
              </a:ext>
            </a:extLst>
          </p:cNvPr>
          <p:cNvSpPr/>
          <p:nvPr/>
        </p:nvSpPr>
        <p:spPr>
          <a:xfrm>
            <a:off x="4311172" y="2543072"/>
            <a:ext cx="302353" cy="200456"/>
          </a:xfrm>
          <a:prstGeom prst="roundRect">
            <a:avLst>
              <a:gd name="adj" fmla="val 5000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3</a:t>
            </a:r>
            <a:endParaRPr lang="vi-VN" sz="1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8D0242D4-7F71-2021-186E-2F43B9C1829D}"/>
              </a:ext>
            </a:extLst>
          </p:cNvPr>
          <p:cNvSpPr/>
          <p:nvPr/>
        </p:nvSpPr>
        <p:spPr>
          <a:xfrm>
            <a:off x="4646120" y="2543072"/>
            <a:ext cx="302353" cy="200456"/>
          </a:xfrm>
          <a:prstGeom prst="roundRect">
            <a:avLst>
              <a:gd name="adj" fmla="val 5000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4</a:t>
            </a:r>
            <a:endParaRPr lang="vi-VN" sz="1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178CC6A5-D360-DF19-D346-C0D15DC55DE2}"/>
              </a:ext>
            </a:extLst>
          </p:cNvPr>
          <p:cNvSpPr/>
          <p:nvPr/>
        </p:nvSpPr>
        <p:spPr>
          <a:xfrm>
            <a:off x="2584663" y="2837466"/>
            <a:ext cx="302353" cy="200456"/>
          </a:xfrm>
          <a:prstGeom prst="roundRect">
            <a:avLst>
              <a:gd name="adj" fmla="val 5000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4747"/>
                </a:solidFill>
              </a:rPr>
              <a:t>5</a:t>
            </a:r>
            <a:endParaRPr lang="vi-VN" sz="1000" b="1" dirty="0">
              <a:solidFill>
                <a:srgbClr val="FF4747"/>
              </a:solidFill>
            </a:endParaRP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AAA546DC-AB57-3830-05ED-7B42F2CA2BDB}"/>
              </a:ext>
            </a:extLst>
          </p:cNvPr>
          <p:cNvSpPr/>
          <p:nvPr/>
        </p:nvSpPr>
        <p:spPr>
          <a:xfrm>
            <a:off x="2939509" y="2837466"/>
            <a:ext cx="302353" cy="200456"/>
          </a:xfrm>
          <a:prstGeom prst="roundRect">
            <a:avLst>
              <a:gd name="adj" fmla="val 5000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6</a:t>
            </a:r>
            <a:endParaRPr lang="vi-VN" sz="1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1EA93FC9-85EC-39E8-8926-7313A2422D27}"/>
              </a:ext>
            </a:extLst>
          </p:cNvPr>
          <p:cNvSpPr/>
          <p:nvPr/>
        </p:nvSpPr>
        <p:spPr>
          <a:xfrm>
            <a:off x="3294355" y="2837466"/>
            <a:ext cx="302353" cy="200456"/>
          </a:xfrm>
          <a:prstGeom prst="roundRect">
            <a:avLst>
              <a:gd name="adj" fmla="val 5000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7</a:t>
            </a:r>
            <a:endParaRPr lang="vi-VN" sz="1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FBFD7ACB-9698-B122-A70A-8325535A42DE}"/>
              </a:ext>
            </a:extLst>
          </p:cNvPr>
          <p:cNvSpPr/>
          <p:nvPr/>
        </p:nvSpPr>
        <p:spPr>
          <a:xfrm>
            <a:off x="3653803" y="2837466"/>
            <a:ext cx="302353" cy="200456"/>
          </a:xfrm>
          <a:prstGeom prst="roundRect">
            <a:avLst>
              <a:gd name="adj" fmla="val 5000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8</a:t>
            </a:r>
            <a:endParaRPr lang="vi-VN" sz="1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5F9EF399-FEFE-2010-D2F2-B92990DB25ED}"/>
              </a:ext>
            </a:extLst>
          </p:cNvPr>
          <p:cNvSpPr/>
          <p:nvPr/>
        </p:nvSpPr>
        <p:spPr>
          <a:xfrm>
            <a:off x="3982487" y="2837466"/>
            <a:ext cx="302353" cy="200456"/>
          </a:xfrm>
          <a:prstGeom prst="roundRect">
            <a:avLst>
              <a:gd name="adj" fmla="val 5000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9</a:t>
            </a:r>
            <a:endParaRPr lang="vi-VN" sz="1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D615D339-8D6E-4B0D-A0BD-57FBDDF7C8FF}"/>
              </a:ext>
            </a:extLst>
          </p:cNvPr>
          <p:cNvSpPr/>
          <p:nvPr/>
        </p:nvSpPr>
        <p:spPr>
          <a:xfrm>
            <a:off x="4298005" y="2837466"/>
            <a:ext cx="328685" cy="200456"/>
          </a:xfrm>
          <a:prstGeom prst="roundRect">
            <a:avLst>
              <a:gd name="adj" fmla="val 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10</a:t>
            </a:r>
            <a:endParaRPr lang="vi-VN" sz="1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90071D5D-4247-0D90-08B8-E1B6EE2A9093}"/>
              </a:ext>
            </a:extLst>
          </p:cNvPr>
          <p:cNvSpPr/>
          <p:nvPr/>
        </p:nvSpPr>
        <p:spPr>
          <a:xfrm>
            <a:off x="4627933" y="2837466"/>
            <a:ext cx="334948" cy="200456"/>
          </a:xfrm>
          <a:prstGeom prst="roundRect">
            <a:avLst>
              <a:gd name="adj" fmla="val 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11</a:t>
            </a:r>
            <a:endParaRPr lang="vi-VN" sz="1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21D21512-0130-504E-48B6-24F5010E4B39}"/>
              </a:ext>
            </a:extLst>
          </p:cNvPr>
          <p:cNvSpPr/>
          <p:nvPr/>
        </p:nvSpPr>
        <p:spPr>
          <a:xfrm>
            <a:off x="2568681" y="3135336"/>
            <a:ext cx="334316" cy="200456"/>
          </a:xfrm>
          <a:prstGeom prst="roundRect">
            <a:avLst>
              <a:gd name="adj" fmla="val 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4747"/>
                </a:solidFill>
              </a:rPr>
              <a:t>12</a:t>
            </a:r>
            <a:endParaRPr lang="vi-VN" sz="1000" b="1" dirty="0">
              <a:solidFill>
                <a:srgbClr val="FF4747"/>
              </a:solidFill>
            </a:endParaRP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7F0F4446-4D0C-C465-6DAC-E0BB614BF51A}"/>
              </a:ext>
            </a:extLst>
          </p:cNvPr>
          <p:cNvSpPr/>
          <p:nvPr/>
        </p:nvSpPr>
        <p:spPr>
          <a:xfrm>
            <a:off x="2928607" y="3135336"/>
            <a:ext cx="324155" cy="200456"/>
          </a:xfrm>
          <a:prstGeom prst="roundRect">
            <a:avLst>
              <a:gd name="adj" fmla="val 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13</a:t>
            </a:r>
            <a:endParaRPr lang="vi-VN" sz="1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567D942E-339F-283D-CBEC-2D26EB1B3248}"/>
              </a:ext>
            </a:extLst>
          </p:cNvPr>
          <p:cNvSpPr/>
          <p:nvPr/>
        </p:nvSpPr>
        <p:spPr>
          <a:xfrm>
            <a:off x="3276954" y="3135336"/>
            <a:ext cx="328685" cy="200456"/>
          </a:xfrm>
          <a:prstGeom prst="roundRect">
            <a:avLst>
              <a:gd name="adj" fmla="val 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14</a:t>
            </a:r>
            <a:endParaRPr lang="vi-VN" sz="1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834065CB-88BC-A83C-8A11-93EC8FB1F526}"/>
              </a:ext>
            </a:extLst>
          </p:cNvPr>
          <p:cNvSpPr/>
          <p:nvPr/>
        </p:nvSpPr>
        <p:spPr>
          <a:xfrm>
            <a:off x="3636402" y="3135336"/>
            <a:ext cx="328685" cy="200456"/>
          </a:xfrm>
          <a:prstGeom prst="roundRect">
            <a:avLst>
              <a:gd name="adj" fmla="val 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15</a:t>
            </a:r>
            <a:endParaRPr lang="vi-VN" sz="1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FE918948-14F1-4A9B-666F-3B0122B33A72}"/>
              </a:ext>
            </a:extLst>
          </p:cNvPr>
          <p:cNvSpPr/>
          <p:nvPr/>
        </p:nvSpPr>
        <p:spPr>
          <a:xfrm>
            <a:off x="3965086" y="3135336"/>
            <a:ext cx="328685" cy="200456"/>
          </a:xfrm>
          <a:prstGeom prst="roundRect">
            <a:avLst>
              <a:gd name="adj" fmla="val 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16</a:t>
            </a:r>
            <a:endParaRPr lang="vi-VN" sz="1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7DE01B84-1A9D-FFCF-563F-7061EC1331AE}"/>
              </a:ext>
            </a:extLst>
          </p:cNvPr>
          <p:cNvSpPr/>
          <p:nvPr/>
        </p:nvSpPr>
        <p:spPr>
          <a:xfrm>
            <a:off x="4293771" y="3135336"/>
            <a:ext cx="328685" cy="200456"/>
          </a:xfrm>
          <a:prstGeom prst="roundRect">
            <a:avLst>
              <a:gd name="adj" fmla="val 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17</a:t>
            </a:r>
            <a:endParaRPr lang="vi-VN" sz="1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AD215DB8-C7EA-7BBC-6A9A-968F838433C7}"/>
              </a:ext>
            </a:extLst>
          </p:cNvPr>
          <p:cNvSpPr/>
          <p:nvPr/>
        </p:nvSpPr>
        <p:spPr>
          <a:xfrm>
            <a:off x="4628719" y="3135336"/>
            <a:ext cx="328685" cy="200456"/>
          </a:xfrm>
          <a:prstGeom prst="roundRect">
            <a:avLst>
              <a:gd name="adj" fmla="val 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18</a:t>
            </a:r>
            <a:endParaRPr lang="vi-VN" sz="1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09D875CA-FA6E-CFB0-CF40-04C84919771F}"/>
              </a:ext>
            </a:extLst>
          </p:cNvPr>
          <p:cNvSpPr/>
          <p:nvPr/>
        </p:nvSpPr>
        <p:spPr>
          <a:xfrm>
            <a:off x="2575348" y="3432916"/>
            <a:ext cx="320981" cy="200456"/>
          </a:xfrm>
          <a:prstGeom prst="roundRect">
            <a:avLst>
              <a:gd name="adj" fmla="val 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4747"/>
                </a:solidFill>
              </a:rPr>
              <a:t>19</a:t>
            </a:r>
            <a:endParaRPr lang="vi-VN" sz="1000" b="1" dirty="0">
              <a:solidFill>
                <a:srgbClr val="FF4747"/>
              </a:solidFill>
            </a:endParaRP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CC208825-6BDB-6112-67DA-E2C24FDF51C5}"/>
              </a:ext>
            </a:extLst>
          </p:cNvPr>
          <p:cNvSpPr/>
          <p:nvPr/>
        </p:nvSpPr>
        <p:spPr>
          <a:xfrm>
            <a:off x="2928607" y="3432916"/>
            <a:ext cx="324155" cy="200456"/>
          </a:xfrm>
          <a:prstGeom prst="roundRect">
            <a:avLst>
              <a:gd name="adj" fmla="val 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20</a:t>
            </a:r>
            <a:endParaRPr lang="vi-VN" sz="1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2CB57BC2-3909-926F-ED1B-73CE58E5069F}"/>
              </a:ext>
            </a:extLst>
          </p:cNvPr>
          <p:cNvSpPr/>
          <p:nvPr/>
        </p:nvSpPr>
        <p:spPr>
          <a:xfrm>
            <a:off x="3273672" y="3432916"/>
            <a:ext cx="328685" cy="200456"/>
          </a:xfrm>
          <a:prstGeom prst="roundRect">
            <a:avLst>
              <a:gd name="adj" fmla="val 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21</a:t>
            </a:r>
            <a:endParaRPr lang="vi-VN" sz="1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E057CB81-9CD3-0513-7941-A84885D5C0FB}"/>
              </a:ext>
            </a:extLst>
          </p:cNvPr>
          <p:cNvSpPr/>
          <p:nvPr/>
        </p:nvSpPr>
        <p:spPr>
          <a:xfrm>
            <a:off x="3633120" y="3432916"/>
            <a:ext cx="328685" cy="200456"/>
          </a:xfrm>
          <a:prstGeom prst="roundRect">
            <a:avLst>
              <a:gd name="adj" fmla="val 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22</a:t>
            </a:r>
            <a:endParaRPr lang="vi-VN" sz="1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E4250B2B-99EF-14F1-2159-940C47776EC9}"/>
              </a:ext>
            </a:extLst>
          </p:cNvPr>
          <p:cNvSpPr/>
          <p:nvPr/>
        </p:nvSpPr>
        <p:spPr>
          <a:xfrm>
            <a:off x="3961804" y="3432916"/>
            <a:ext cx="328685" cy="200456"/>
          </a:xfrm>
          <a:prstGeom prst="roundRect">
            <a:avLst>
              <a:gd name="adj" fmla="val 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23</a:t>
            </a:r>
            <a:endParaRPr lang="vi-VN" sz="1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CF2C7FBD-598A-25AF-7D0E-11B570B071E5}"/>
              </a:ext>
            </a:extLst>
          </p:cNvPr>
          <p:cNvSpPr/>
          <p:nvPr/>
        </p:nvSpPr>
        <p:spPr>
          <a:xfrm>
            <a:off x="4290489" y="3432916"/>
            <a:ext cx="328685" cy="200456"/>
          </a:xfrm>
          <a:prstGeom prst="roundRect">
            <a:avLst>
              <a:gd name="adj" fmla="val 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24</a:t>
            </a:r>
            <a:endParaRPr lang="vi-VN" sz="1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2C17B12A-12B4-E3D3-1C91-D24A6B4999F0}"/>
              </a:ext>
            </a:extLst>
          </p:cNvPr>
          <p:cNvSpPr/>
          <p:nvPr/>
        </p:nvSpPr>
        <p:spPr>
          <a:xfrm>
            <a:off x="4625437" y="3432916"/>
            <a:ext cx="328685" cy="200456"/>
          </a:xfrm>
          <a:prstGeom prst="roundRect">
            <a:avLst>
              <a:gd name="adj" fmla="val 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25</a:t>
            </a:r>
            <a:endParaRPr lang="vi-VN" sz="1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3F049B01-0389-87EB-2105-4BE5B41B6022}"/>
              </a:ext>
            </a:extLst>
          </p:cNvPr>
          <p:cNvSpPr/>
          <p:nvPr/>
        </p:nvSpPr>
        <p:spPr>
          <a:xfrm>
            <a:off x="2575348" y="3738935"/>
            <a:ext cx="320981" cy="200456"/>
          </a:xfrm>
          <a:prstGeom prst="roundRect">
            <a:avLst>
              <a:gd name="adj" fmla="val 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4747"/>
                </a:solidFill>
              </a:rPr>
              <a:t>26</a:t>
            </a:r>
            <a:endParaRPr lang="vi-VN" sz="1000" b="1" dirty="0">
              <a:solidFill>
                <a:srgbClr val="FF4747"/>
              </a:solidFill>
            </a:endParaRPr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57B6D7FF-42BA-D525-7870-8A1F5C51AC55}"/>
              </a:ext>
            </a:extLst>
          </p:cNvPr>
          <p:cNvSpPr/>
          <p:nvPr/>
        </p:nvSpPr>
        <p:spPr>
          <a:xfrm>
            <a:off x="2928607" y="3738935"/>
            <a:ext cx="324155" cy="200456"/>
          </a:xfrm>
          <a:prstGeom prst="roundRect">
            <a:avLst>
              <a:gd name="adj" fmla="val 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27</a:t>
            </a:r>
            <a:endParaRPr lang="vi-VN" sz="1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00FB692B-0565-CA3D-B0A5-CA8E2B0DEA69}"/>
              </a:ext>
            </a:extLst>
          </p:cNvPr>
          <p:cNvSpPr/>
          <p:nvPr/>
        </p:nvSpPr>
        <p:spPr>
          <a:xfrm>
            <a:off x="3283453" y="3738935"/>
            <a:ext cx="324155" cy="200456"/>
          </a:xfrm>
          <a:prstGeom prst="roundRect">
            <a:avLst>
              <a:gd name="adj" fmla="val 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28</a:t>
            </a:r>
            <a:endParaRPr lang="vi-VN" sz="1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793727AE-C37B-34C5-3122-4C33488CE3C3}"/>
              </a:ext>
            </a:extLst>
          </p:cNvPr>
          <p:cNvSpPr/>
          <p:nvPr/>
        </p:nvSpPr>
        <p:spPr>
          <a:xfrm>
            <a:off x="3653803" y="3738935"/>
            <a:ext cx="328685" cy="200456"/>
          </a:xfrm>
          <a:prstGeom prst="roundRect">
            <a:avLst>
              <a:gd name="adj" fmla="val 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29</a:t>
            </a:r>
            <a:endParaRPr lang="vi-VN" sz="1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0A7535A0-BA70-6FB3-F366-350D11836E62}"/>
              </a:ext>
            </a:extLst>
          </p:cNvPr>
          <p:cNvSpPr/>
          <p:nvPr/>
        </p:nvSpPr>
        <p:spPr>
          <a:xfrm>
            <a:off x="3982487" y="3738935"/>
            <a:ext cx="328685" cy="200456"/>
          </a:xfrm>
          <a:prstGeom prst="roundRect">
            <a:avLst>
              <a:gd name="adj" fmla="val 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4">
                    <a:lumMod val="50000"/>
                  </a:schemeClr>
                </a:solidFill>
              </a:rPr>
              <a:t>30</a:t>
            </a:r>
            <a:endParaRPr lang="vi-VN" sz="1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B9960458-49F5-D959-C5FB-27E35E492291}"/>
              </a:ext>
            </a:extLst>
          </p:cNvPr>
          <p:cNvSpPr/>
          <p:nvPr/>
        </p:nvSpPr>
        <p:spPr>
          <a:xfrm>
            <a:off x="4311172" y="3738935"/>
            <a:ext cx="302353" cy="200456"/>
          </a:xfrm>
          <a:prstGeom prst="roundRect">
            <a:avLst>
              <a:gd name="adj" fmla="val 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4">
                    <a:lumMod val="50000"/>
                    <a:alpha val="30000"/>
                  </a:schemeClr>
                </a:solidFill>
              </a:rPr>
              <a:t>1</a:t>
            </a:r>
            <a:endParaRPr lang="vi-VN" sz="1000" dirty="0">
              <a:solidFill>
                <a:schemeClr val="accent4">
                  <a:lumMod val="50000"/>
                  <a:alpha val="30000"/>
                </a:schemeClr>
              </a:solidFill>
            </a:endParaRPr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4C406537-88E7-62DF-6BD3-720A7FECAC74}"/>
              </a:ext>
            </a:extLst>
          </p:cNvPr>
          <p:cNvSpPr/>
          <p:nvPr/>
        </p:nvSpPr>
        <p:spPr>
          <a:xfrm>
            <a:off x="4646120" y="3738935"/>
            <a:ext cx="302353" cy="200456"/>
          </a:xfrm>
          <a:prstGeom prst="roundRect">
            <a:avLst>
              <a:gd name="adj" fmla="val 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4">
                    <a:lumMod val="50000"/>
                    <a:alpha val="30000"/>
                  </a:schemeClr>
                </a:solidFill>
              </a:rPr>
              <a:t>2</a:t>
            </a:r>
            <a:endParaRPr lang="vi-VN" sz="1000" dirty="0">
              <a:solidFill>
                <a:schemeClr val="accent4">
                  <a:lumMod val="50000"/>
                  <a:alpha val="30000"/>
                </a:schemeClr>
              </a:solidFill>
            </a:endParaRPr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E505D5ED-96A8-77C6-3A50-314194E1FAE8}"/>
              </a:ext>
            </a:extLst>
          </p:cNvPr>
          <p:cNvSpPr/>
          <p:nvPr/>
        </p:nvSpPr>
        <p:spPr>
          <a:xfrm>
            <a:off x="2593097" y="1846815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4E2641B2-E907-A69E-7B65-45B4991DFBEE}"/>
              </a:ext>
            </a:extLst>
          </p:cNvPr>
          <p:cNvSpPr/>
          <p:nvPr/>
        </p:nvSpPr>
        <p:spPr>
          <a:xfrm>
            <a:off x="3014124" y="1846815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833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A7309F-DF81-DC2A-88D9-5DF667DC01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16A3874-8384-E937-0051-C6A729753B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44000" y="756000"/>
            <a:ext cx="9504000" cy="5652000"/>
          </a:xfrm>
          <a:prstGeom prst="roundRect">
            <a:avLst>
              <a:gd name="adj" fmla="val 3291"/>
            </a:avLst>
          </a:prstGeom>
          <a:solidFill>
            <a:schemeClr val="accent4">
              <a:lumMod val="20000"/>
              <a:lumOff val="80000"/>
              <a:alpha val="1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711CB96-279A-D461-94F8-1CBB1F352BC8}"/>
              </a:ext>
            </a:extLst>
          </p:cNvPr>
          <p:cNvSpPr/>
          <p:nvPr/>
        </p:nvSpPr>
        <p:spPr>
          <a:xfrm>
            <a:off x="2493928" y="1760174"/>
            <a:ext cx="8738071" cy="353890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C2AD4D5-70B1-CDDE-671E-5563890C524C}"/>
              </a:ext>
            </a:extLst>
          </p:cNvPr>
          <p:cNvSpPr/>
          <p:nvPr/>
        </p:nvSpPr>
        <p:spPr>
          <a:xfrm>
            <a:off x="9072000" y="110400"/>
            <a:ext cx="2376000" cy="504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A3F9301-3A7F-878F-8C8D-0E1D0876CEE1}"/>
              </a:ext>
            </a:extLst>
          </p:cNvPr>
          <p:cNvSpPr/>
          <p:nvPr/>
        </p:nvSpPr>
        <p:spPr>
          <a:xfrm>
            <a:off x="72000" y="5832000"/>
            <a:ext cx="1764000" cy="576000"/>
          </a:xfrm>
          <a:prstGeom prst="roundRect">
            <a:avLst>
              <a:gd name="adj" fmla="val 35133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A913426-264F-8550-A4D6-698243F95F4B}"/>
              </a:ext>
            </a:extLst>
          </p:cNvPr>
          <p:cNvSpPr/>
          <p:nvPr/>
        </p:nvSpPr>
        <p:spPr>
          <a:xfrm>
            <a:off x="72000" y="756000"/>
            <a:ext cx="1764000" cy="3240000"/>
          </a:xfrm>
          <a:prstGeom prst="roundRect">
            <a:avLst>
              <a:gd name="adj" fmla="val 10328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736D1B-D1A9-94E1-70D6-4C3CCB5AC11F}"/>
              </a:ext>
            </a:extLst>
          </p:cNvPr>
          <p:cNvSpPr txBox="1"/>
          <p:nvPr/>
        </p:nvSpPr>
        <p:spPr>
          <a:xfrm>
            <a:off x="810163" y="72000"/>
            <a:ext cx="809837" cy="576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gradFill flip="none" rotWithShape="1">
                  <a:gsLst>
                    <a:gs pos="49000">
                      <a:schemeClr val="accent4">
                        <a:lumMod val="50000"/>
                      </a:schemeClr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5400000" scaled="1"/>
                  <a:tileRect/>
                </a:gradFill>
                <a:latin typeface="Compacta" panose="02020500000000000000" pitchFamily="18" charset="0"/>
                <a:ea typeface="Compacta" panose="02020500000000000000" pitchFamily="18" charset="0"/>
                <a:cs typeface="Compacta" panose="02020500000000000000" pitchFamily="18" charset="0"/>
              </a:rPr>
              <a:t>i</a:t>
            </a:r>
            <a:r>
              <a:rPr lang="en-US" sz="3200" dirty="0">
                <a:solidFill>
                  <a:schemeClr val="accent4">
                    <a:lumMod val="50000"/>
                  </a:schemeClr>
                </a:solidFill>
                <a:latin typeface="Compacta" panose="02020500000000000000" pitchFamily="18" charset="0"/>
                <a:ea typeface="Compacta" panose="02020500000000000000" pitchFamily="18" charset="0"/>
                <a:cs typeface="Compacta" panose="02020500000000000000" pitchFamily="18" charset="0"/>
              </a:rPr>
              <a:t>Park</a:t>
            </a:r>
            <a:endParaRPr lang="en-US" sz="2400" dirty="0">
              <a:solidFill>
                <a:schemeClr val="accent4">
                  <a:lumMod val="50000"/>
                </a:schemeClr>
              </a:solidFill>
              <a:latin typeface="Compacta" panose="02020500000000000000" pitchFamily="18" charset="0"/>
              <a:ea typeface="Compacta" panose="02020500000000000000" pitchFamily="18" charset="0"/>
              <a:cs typeface="Compacta" panose="02020500000000000000" pitchFamily="18" charset="0"/>
            </a:endParaRPr>
          </a:p>
        </p:txBody>
      </p:sp>
      <p:pic>
        <p:nvPicPr>
          <p:cNvPr id="9" name="Picture 8" descr="A blue and white logo&#10;&#10;AI-generated content may be incorrect.">
            <a:extLst>
              <a:ext uri="{FF2B5EF4-FFF2-40B4-BE49-F238E27FC236}">
                <a16:creationId xmlns:a16="http://schemas.microsoft.com/office/drawing/2014/main" id="{D46A4676-2DF8-E123-499B-81E24AD0C9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0" y="108000"/>
            <a:ext cx="504000" cy="50400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504FFDF-FA0E-7B09-C7FF-B9D1D4D24AF3}"/>
              </a:ext>
            </a:extLst>
          </p:cNvPr>
          <p:cNvSpPr/>
          <p:nvPr/>
        </p:nvSpPr>
        <p:spPr>
          <a:xfrm>
            <a:off x="288000" y="1368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Parking</a:t>
            </a:r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A5185B-C836-9DF7-5056-841539AB2B52}"/>
              </a:ext>
            </a:extLst>
          </p:cNvPr>
          <p:cNvSpPr/>
          <p:nvPr/>
        </p:nvSpPr>
        <p:spPr>
          <a:xfrm>
            <a:off x="288000" y="1872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Staffs</a:t>
            </a:r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1DA16DD-E87E-6E47-C347-F7F1CC779FA4}"/>
              </a:ext>
            </a:extLst>
          </p:cNvPr>
          <p:cNvSpPr>
            <a:spLocks/>
          </p:cNvSpPr>
          <p:nvPr/>
        </p:nvSpPr>
        <p:spPr>
          <a:xfrm>
            <a:off x="288000" y="2376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Accounts</a:t>
            </a:r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DC0C31C-898D-B80F-A878-FA18FE061033}"/>
              </a:ext>
            </a:extLst>
          </p:cNvPr>
          <p:cNvSpPr>
            <a:spLocks/>
          </p:cNvSpPr>
          <p:nvPr/>
        </p:nvSpPr>
        <p:spPr>
          <a:xfrm>
            <a:off x="288000" y="2880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Configuration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E8E8985-D377-AE24-8262-73113EA979AC}"/>
              </a:ext>
            </a:extLst>
          </p:cNvPr>
          <p:cNvSpPr/>
          <p:nvPr/>
        </p:nvSpPr>
        <p:spPr>
          <a:xfrm>
            <a:off x="288000" y="3384000"/>
            <a:ext cx="1440000" cy="504000"/>
          </a:xfrm>
          <a:prstGeom prst="roundRect">
            <a:avLst>
              <a:gd name="adj" fmla="val 27151"/>
            </a:avLst>
          </a:prstGeom>
          <a:gradFill flip="none" rotWithShape="1">
            <a:gsLst>
              <a:gs pos="10000">
                <a:schemeClr val="accent4">
                  <a:lumMod val="50000"/>
                </a:schemeClr>
              </a:gs>
              <a:gs pos="100000">
                <a:schemeClr val="accent4">
                  <a:alpha val="20000"/>
                  <a:lumMod val="20000"/>
                  <a:lumOff val="80000"/>
                </a:schemeClr>
              </a:gs>
            </a:gsLst>
            <a:lin ang="0" scaled="1"/>
            <a:tileRect/>
          </a:gra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History</a:t>
            </a:r>
            <a:endParaRPr lang="vi-VN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FFB8347-7BDC-88A9-3A02-17CB545D0D28}"/>
              </a:ext>
            </a:extLst>
          </p:cNvPr>
          <p:cNvSpPr>
            <a:spLocks/>
          </p:cNvSpPr>
          <p:nvPr/>
        </p:nvSpPr>
        <p:spPr>
          <a:xfrm>
            <a:off x="288000" y="900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Home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4BDC152-F93D-C2FA-1292-299AE4ABC0F1}"/>
              </a:ext>
            </a:extLst>
          </p:cNvPr>
          <p:cNvSpPr>
            <a:spLocks/>
          </p:cNvSpPr>
          <p:nvPr/>
        </p:nvSpPr>
        <p:spPr>
          <a:xfrm>
            <a:off x="471488" y="5868000"/>
            <a:ext cx="1256513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Settings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96E7165-E724-1C2B-4430-81A22AC6D1F3}"/>
              </a:ext>
            </a:extLst>
          </p:cNvPr>
          <p:cNvSpPr/>
          <p:nvPr/>
        </p:nvSpPr>
        <p:spPr>
          <a:xfrm>
            <a:off x="144000" y="3456000"/>
            <a:ext cx="90000" cy="36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4">
                  <a:lumMod val="7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D4D164F-E383-D5E9-1ACA-D7A2824E1F82}"/>
              </a:ext>
            </a:extLst>
          </p:cNvPr>
          <p:cNvGrpSpPr/>
          <p:nvPr/>
        </p:nvGrpSpPr>
        <p:grpSpPr>
          <a:xfrm>
            <a:off x="10862065" y="170065"/>
            <a:ext cx="379870" cy="379870"/>
            <a:chOff x="10877259" y="170065"/>
            <a:chExt cx="379870" cy="379870"/>
          </a:xfrm>
        </p:grpSpPr>
        <p:pic>
          <p:nvPicPr>
            <p:cNvPr id="7" name="Graphic 6" descr="User with solid fill">
              <a:extLst>
                <a:ext uri="{FF2B5EF4-FFF2-40B4-BE49-F238E27FC236}">
                  <a16:creationId xmlns:a16="http://schemas.microsoft.com/office/drawing/2014/main" id="{B8E37742-5000-3F9B-C297-6622A366B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12429" t="3890" r="11865" b="20403"/>
            <a:stretch/>
          </p:blipFill>
          <p:spPr>
            <a:xfrm>
              <a:off x="10919942" y="221864"/>
              <a:ext cx="294505" cy="294505"/>
            </a:xfrm>
            <a:prstGeom prst="ellipse">
              <a:avLst/>
            </a:prstGeom>
          </p:spPr>
        </p:pic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669580F-924E-F2FD-98EB-5C7CA2D079D6}"/>
                </a:ext>
              </a:extLst>
            </p:cNvPr>
            <p:cNvSpPr/>
            <p:nvPr/>
          </p:nvSpPr>
          <p:spPr>
            <a:xfrm>
              <a:off x="10877259" y="170065"/>
              <a:ext cx="379870" cy="379870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F220D06-C493-923E-F9B6-CF626DF373CF}"/>
              </a:ext>
            </a:extLst>
          </p:cNvPr>
          <p:cNvSpPr/>
          <p:nvPr/>
        </p:nvSpPr>
        <p:spPr>
          <a:xfrm>
            <a:off x="1944000" y="180000"/>
            <a:ext cx="4824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Search</a:t>
            </a:r>
            <a:endParaRPr lang="vi-VN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76861BE-1EC4-5887-6A44-84266204C853}"/>
              </a:ext>
            </a:extLst>
          </p:cNvPr>
          <p:cNvSpPr/>
          <p:nvPr/>
        </p:nvSpPr>
        <p:spPr>
          <a:xfrm>
            <a:off x="10332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BC79E98-A1A8-0F77-16C3-29AD847C6079}"/>
              </a:ext>
            </a:extLst>
          </p:cNvPr>
          <p:cNvSpPr/>
          <p:nvPr/>
        </p:nvSpPr>
        <p:spPr>
          <a:xfrm>
            <a:off x="9792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C474626-A4B8-B3A2-605E-1A045F78E84F}"/>
              </a:ext>
            </a:extLst>
          </p:cNvPr>
          <p:cNvSpPr/>
          <p:nvPr/>
        </p:nvSpPr>
        <p:spPr>
          <a:xfrm>
            <a:off x="9252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226E94B-03F8-DE2C-E415-6ACA8CAC8476}"/>
              </a:ext>
            </a:extLst>
          </p:cNvPr>
          <p:cNvSpPr/>
          <p:nvPr/>
        </p:nvSpPr>
        <p:spPr>
          <a:xfrm>
            <a:off x="6408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BE72AB1-7A46-4585-49D5-93708F1FA1D3}"/>
              </a:ext>
            </a:extLst>
          </p:cNvPr>
          <p:cNvSpPr/>
          <p:nvPr/>
        </p:nvSpPr>
        <p:spPr>
          <a:xfrm>
            <a:off x="2051999" y="2115888"/>
            <a:ext cx="9180001" cy="3710730"/>
          </a:xfrm>
          <a:prstGeom prst="roundRect">
            <a:avLst>
              <a:gd name="adj" fmla="val 3665"/>
            </a:avLst>
          </a:prstGeom>
          <a:solidFill>
            <a:srgbClr val="E3F6FD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51C9D6A-B8E1-BBE0-7EDD-E37EAC91828C}"/>
              </a:ext>
            </a:extLst>
          </p:cNvPr>
          <p:cNvSpPr/>
          <p:nvPr/>
        </p:nvSpPr>
        <p:spPr>
          <a:xfrm>
            <a:off x="2052000" y="850262"/>
            <a:ext cx="7771391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History</a:t>
            </a:r>
            <a:endParaRPr lang="vi-VN" sz="28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C1A533E-9253-DCCB-81DA-3B5FC228041D}"/>
              </a:ext>
            </a:extLst>
          </p:cNvPr>
          <p:cNvSpPr/>
          <p:nvPr/>
        </p:nvSpPr>
        <p:spPr>
          <a:xfrm>
            <a:off x="10628237" y="936000"/>
            <a:ext cx="603763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F1DDA18-349D-865D-A2F8-F03B6856322E}"/>
              </a:ext>
            </a:extLst>
          </p:cNvPr>
          <p:cNvSpPr/>
          <p:nvPr/>
        </p:nvSpPr>
        <p:spPr>
          <a:xfrm>
            <a:off x="9548237" y="936000"/>
            <a:ext cx="900000" cy="360000"/>
          </a:xfrm>
          <a:prstGeom prst="roundRect">
            <a:avLst>
              <a:gd name="adj" fmla="val 27151"/>
            </a:avLst>
          </a:prstGeom>
          <a:solidFill>
            <a:srgbClr val="FF4747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Clear</a:t>
            </a:r>
            <a:endParaRPr lang="vi-VN" sz="1200" b="1" dirty="0">
              <a:solidFill>
                <a:schemeClr val="bg1"/>
              </a:solidFill>
            </a:endParaRPr>
          </a:p>
        </p:txBody>
      </p:sp>
      <p:pic>
        <p:nvPicPr>
          <p:cNvPr id="42" name="Graphic 41" descr="Single gear with solid fill">
            <a:extLst>
              <a:ext uri="{FF2B5EF4-FFF2-40B4-BE49-F238E27FC236}">
                <a16:creationId xmlns:a16="http://schemas.microsoft.com/office/drawing/2014/main" id="{82928CC8-EA99-1C68-8BFF-DB4208C616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1165" y="5938838"/>
            <a:ext cx="360000" cy="3600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7A233F2-6C5E-5145-5C46-C0CE21B5B91E}"/>
              </a:ext>
            </a:extLst>
          </p:cNvPr>
          <p:cNvSpPr/>
          <p:nvPr/>
        </p:nvSpPr>
        <p:spPr>
          <a:xfrm>
            <a:off x="8468237" y="936000"/>
            <a:ext cx="90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4">
                    <a:lumMod val="50000"/>
                  </a:schemeClr>
                </a:solidFill>
              </a:rPr>
              <a:t>Export</a:t>
            </a:r>
            <a:endParaRPr lang="vi-VN" sz="12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43264F0-F0AE-0345-2B18-B30D91B8FF2C}"/>
              </a:ext>
            </a:extLst>
          </p:cNvPr>
          <p:cNvSpPr/>
          <p:nvPr/>
        </p:nvSpPr>
        <p:spPr>
          <a:xfrm>
            <a:off x="2493929" y="1753036"/>
            <a:ext cx="609055" cy="360000"/>
          </a:xfrm>
          <a:prstGeom prst="roundRect">
            <a:avLst>
              <a:gd name="adj" fmla="val 5000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ID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847DB72-30D7-821A-1F1C-20E961F5EE48}"/>
              </a:ext>
            </a:extLst>
          </p:cNvPr>
          <p:cNvSpPr/>
          <p:nvPr/>
        </p:nvSpPr>
        <p:spPr>
          <a:xfrm>
            <a:off x="3108325" y="1756566"/>
            <a:ext cx="1619268" cy="360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Event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8861B80-16F5-5687-7FAE-25F9F0B61EDC}"/>
              </a:ext>
            </a:extLst>
          </p:cNvPr>
          <p:cNvSpPr/>
          <p:nvPr/>
        </p:nvSpPr>
        <p:spPr>
          <a:xfrm>
            <a:off x="4727593" y="1751429"/>
            <a:ext cx="4344407" cy="360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Description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C783EA7-E0CF-1061-578D-66FEE460C2F1}"/>
              </a:ext>
            </a:extLst>
          </p:cNvPr>
          <p:cNvSpPr/>
          <p:nvPr/>
        </p:nvSpPr>
        <p:spPr>
          <a:xfrm>
            <a:off x="9671222" y="1750428"/>
            <a:ext cx="1570713" cy="36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4">
                  <a:lumMod val="50000"/>
                  <a:alpha val="5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16200000" scaled="1"/>
            <a:tileRect/>
          </a:gra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2"/>
                </a:solidFill>
              </a:rPr>
              <a:t>Time</a:t>
            </a:r>
            <a:endParaRPr lang="vi-VN" sz="1200" b="1" dirty="0">
              <a:solidFill>
                <a:schemeClr val="tx2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D34C529-EF05-697C-D977-95F5212EB1D0}"/>
              </a:ext>
            </a:extLst>
          </p:cNvPr>
          <p:cNvSpPr/>
          <p:nvPr/>
        </p:nvSpPr>
        <p:spPr>
          <a:xfrm>
            <a:off x="2205930" y="2251822"/>
            <a:ext cx="180000" cy="180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F7D45BB-FB67-7E64-E46F-E1E24E860612}"/>
              </a:ext>
            </a:extLst>
          </p:cNvPr>
          <p:cNvSpPr/>
          <p:nvPr/>
        </p:nvSpPr>
        <p:spPr>
          <a:xfrm>
            <a:off x="2205930" y="2611313"/>
            <a:ext cx="180000" cy="180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2A785F7-ED8E-0472-E420-986E93FD9053}"/>
              </a:ext>
            </a:extLst>
          </p:cNvPr>
          <p:cNvSpPr/>
          <p:nvPr/>
        </p:nvSpPr>
        <p:spPr>
          <a:xfrm>
            <a:off x="2493929" y="1813484"/>
            <a:ext cx="397663" cy="360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D16D557-F7B1-774A-F7C8-EBEA30657A91}"/>
              </a:ext>
            </a:extLst>
          </p:cNvPr>
          <p:cNvSpPr/>
          <p:nvPr/>
        </p:nvSpPr>
        <p:spPr>
          <a:xfrm>
            <a:off x="2493929" y="2197822"/>
            <a:ext cx="8643628" cy="288000"/>
          </a:xfrm>
          <a:prstGeom prst="roundRect">
            <a:avLst>
              <a:gd name="adj" fmla="val 27151"/>
            </a:avLst>
          </a:prstGeom>
          <a:solidFill>
            <a:schemeClr val="bg1">
              <a:alpha val="7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011	     MIO_in	              	             Member ID 00002 enters						      01             14:12, 01/01/2027  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FA1096A8-FB54-0C36-04EB-8D3EFFA9A759}"/>
              </a:ext>
            </a:extLst>
          </p:cNvPr>
          <p:cNvSpPr/>
          <p:nvPr/>
        </p:nvSpPr>
        <p:spPr>
          <a:xfrm>
            <a:off x="9072001" y="1752747"/>
            <a:ext cx="599222" cy="360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Park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43C051A5-A66B-CA23-E329-0FB9D3712C1D}"/>
              </a:ext>
            </a:extLst>
          </p:cNvPr>
          <p:cNvSpPr/>
          <p:nvPr/>
        </p:nvSpPr>
        <p:spPr>
          <a:xfrm>
            <a:off x="2493929" y="2562447"/>
            <a:ext cx="8643628" cy="288000"/>
          </a:xfrm>
          <a:prstGeom prst="roundRect">
            <a:avLst>
              <a:gd name="adj" fmla="val 27151"/>
            </a:avLst>
          </a:prstGeom>
          <a:solidFill>
            <a:schemeClr val="bg1">
              <a:alpha val="7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011	     MIO_in 	              	             Member ID 00001 enters						      01             12:11, 01/01/2027  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A55EF32-A506-4B6F-04D5-491F4093624C}"/>
              </a:ext>
            </a:extLst>
          </p:cNvPr>
          <p:cNvSpPr/>
          <p:nvPr/>
        </p:nvSpPr>
        <p:spPr>
          <a:xfrm>
            <a:off x="3208859" y="936000"/>
            <a:ext cx="3559141" cy="360000"/>
          </a:xfrm>
          <a:prstGeom prst="roundRect">
            <a:avLst>
              <a:gd name="adj" fmla="val 27151"/>
            </a:avLst>
          </a:prstGeom>
          <a:solidFill>
            <a:srgbClr val="E3F6FD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  <a:alpha val="60000"/>
                  </a:schemeClr>
                </a:solidFill>
              </a:rPr>
              <a:t>Search “History”</a:t>
            </a:r>
            <a:endParaRPr lang="vi-VN" sz="1200" dirty="0">
              <a:solidFill>
                <a:schemeClr val="accent4">
                  <a:lumMod val="75000"/>
                  <a:alpha val="60000"/>
                </a:schemeClr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407B70E-F5AD-C405-F9AF-99EFBA4D6196}"/>
              </a:ext>
            </a:extLst>
          </p:cNvPr>
          <p:cNvSpPr/>
          <p:nvPr/>
        </p:nvSpPr>
        <p:spPr>
          <a:xfrm>
            <a:off x="6948000" y="935746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FD1FB3-AE3B-53CB-D0BD-9B83240BB017}"/>
              </a:ext>
            </a:extLst>
          </p:cNvPr>
          <p:cNvSpPr/>
          <p:nvPr/>
        </p:nvSpPr>
        <p:spPr>
          <a:xfrm>
            <a:off x="2205930" y="2979817"/>
            <a:ext cx="180000" cy="180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D4834DA-0A92-B255-FA3F-8B56CCC125AB}"/>
              </a:ext>
            </a:extLst>
          </p:cNvPr>
          <p:cNvSpPr/>
          <p:nvPr/>
        </p:nvSpPr>
        <p:spPr>
          <a:xfrm>
            <a:off x="2205930" y="3339308"/>
            <a:ext cx="180000" cy="180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E1CEF7B3-5570-ECA4-E4E9-2E2FB0E956E8}"/>
              </a:ext>
            </a:extLst>
          </p:cNvPr>
          <p:cNvSpPr/>
          <p:nvPr/>
        </p:nvSpPr>
        <p:spPr>
          <a:xfrm>
            <a:off x="2493929" y="2925817"/>
            <a:ext cx="8643628" cy="288000"/>
          </a:xfrm>
          <a:prstGeom prst="roundRect">
            <a:avLst>
              <a:gd name="adj" fmla="val 27151"/>
            </a:avLst>
          </a:prstGeom>
          <a:solidFill>
            <a:schemeClr val="bg1">
              <a:alpha val="7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012	     MIO_out	              	             Member ID 00002 outs						      01             11:10, 01/01/2027  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250B072-0F42-DE4D-F8F5-5DAC16EFB55C}"/>
              </a:ext>
            </a:extLst>
          </p:cNvPr>
          <p:cNvSpPr/>
          <p:nvPr/>
        </p:nvSpPr>
        <p:spPr>
          <a:xfrm>
            <a:off x="2493929" y="3290442"/>
            <a:ext cx="8643628" cy="288000"/>
          </a:xfrm>
          <a:prstGeom prst="roundRect">
            <a:avLst>
              <a:gd name="adj" fmla="val 27151"/>
            </a:avLst>
          </a:prstGeom>
          <a:solidFill>
            <a:schemeClr val="bg1">
              <a:alpha val="7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012	     MIO_out 	              	             Member ID 00001 outs						      01             10:09, 01/01/2027  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0BF6ADF-D936-6B3A-D288-7DC1B6695070}"/>
              </a:ext>
            </a:extLst>
          </p:cNvPr>
          <p:cNvSpPr/>
          <p:nvPr/>
        </p:nvSpPr>
        <p:spPr>
          <a:xfrm>
            <a:off x="2205930" y="3709067"/>
            <a:ext cx="180000" cy="180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0F0E9203-F768-D2BF-00AE-28CDD466D73C}"/>
              </a:ext>
            </a:extLst>
          </p:cNvPr>
          <p:cNvSpPr/>
          <p:nvPr/>
        </p:nvSpPr>
        <p:spPr>
          <a:xfrm>
            <a:off x="2205930" y="4068558"/>
            <a:ext cx="180000" cy="180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1175C15-954C-FEB1-4322-4E5ECBC0E6BD}"/>
              </a:ext>
            </a:extLst>
          </p:cNvPr>
          <p:cNvSpPr/>
          <p:nvPr/>
        </p:nvSpPr>
        <p:spPr>
          <a:xfrm>
            <a:off x="2493929" y="3655067"/>
            <a:ext cx="8643628" cy="288000"/>
          </a:xfrm>
          <a:prstGeom prst="roundRect">
            <a:avLst>
              <a:gd name="adj" fmla="val 27151"/>
            </a:avLst>
          </a:prstGeom>
          <a:solidFill>
            <a:schemeClr val="bg1">
              <a:alpha val="7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032	     GuestIO_out           	             Guest_1008010127 outs						      02             10:08, 01/01/2027  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89EAB2F9-5676-C929-3C84-447E0F5672B3}"/>
              </a:ext>
            </a:extLst>
          </p:cNvPr>
          <p:cNvSpPr/>
          <p:nvPr/>
        </p:nvSpPr>
        <p:spPr>
          <a:xfrm>
            <a:off x="2493929" y="4019692"/>
            <a:ext cx="8643628" cy="288000"/>
          </a:xfrm>
          <a:prstGeom prst="roundRect">
            <a:avLst>
              <a:gd name="adj" fmla="val 27151"/>
            </a:avLst>
          </a:prstGeom>
          <a:solidFill>
            <a:schemeClr val="bg1">
              <a:alpha val="7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031	     GuestIO_in	              	             Guest_1008010127 enters						      02             10:07, 01/01/2027  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6FB976C-B954-7EE0-6318-961849D23C24}"/>
              </a:ext>
            </a:extLst>
          </p:cNvPr>
          <p:cNvSpPr/>
          <p:nvPr/>
        </p:nvSpPr>
        <p:spPr>
          <a:xfrm>
            <a:off x="2205930" y="4431147"/>
            <a:ext cx="180000" cy="180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36F65C39-E046-5FCE-F35C-5FB9CB586CE0}"/>
              </a:ext>
            </a:extLst>
          </p:cNvPr>
          <p:cNvSpPr/>
          <p:nvPr/>
        </p:nvSpPr>
        <p:spPr>
          <a:xfrm>
            <a:off x="2205930" y="4790638"/>
            <a:ext cx="180000" cy="180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BA269660-BB55-DF6B-E809-6A8749A4F47D}"/>
              </a:ext>
            </a:extLst>
          </p:cNvPr>
          <p:cNvSpPr/>
          <p:nvPr/>
        </p:nvSpPr>
        <p:spPr>
          <a:xfrm>
            <a:off x="2493929" y="4377147"/>
            <a:ext cx="8643628" cy="288000"/>
          </a:xfrm>
          <a:prstGeom prst="roundRect">
            <a:avLst>
              <a:gd name="adj" fmla="val 27151"/>
            </a:avLst>
          </a:prstGeom>
          <a:solidFill>
            <a:schemeClr val="bg1">
              <a:alpha val="7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022	     PMIO_out		             PMember ID 00001 outs						      01             07:01, 01/01/2027  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75EC02FF-70A4-1713-F93D-F5E6A1ECB351}"/>
              </a:ext>
            </a:extLst>
          </p:cNvPr>
          <p:cNvSpPr/>
          <p:nvPr/>
        </p:nvSpPr>
        <p:spPr>
          <a:xfrm>
            <a:off x="2493929" y="4741772"/>
            <a:ext cx="8643628" cy="288000"/>
          </a:xfrm>
          <a:prstGeom prst="roundRect">
            <a:avLst>
              <a:gd name="adj" fmla="val 27151"/>
            </a:avLst>
          </a:prstGeom>
          <a:solidFill>
            <a:schemeClr val="bg1">
              <a:alpha val="7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021	     PMIO_in 	              	             PMember ID 00001 enters						      01             17:47, 31/12/2026  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ADD47D22-269E-0FDD-E447-6478D22C16D1}"/>
              </a:ext>
            </a:extLst>
          </p:cNvPr>
          <p:cNvSpPr/>
          <p:nvPr/>
        </p:nvSpPr>
        <p:spPr>
          <a:xfrm>
            <a:off x="2205930" y="5160397"/>
            <a:ext cx="180000" cy="180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8DE018FE-FF4B-E58D-B23F-5600D04549A8}"/>
              </a:ext>
            </a:extLst>
          </p:cNvPr>
          <p:cNvSpPr/>
          <p:nvPr/>
        </p:nvSpPr>
        <p:spPr>
          <a:xfrm>
            <a:off x="2205930" y="5519888"/>
            <a:ext cx="180000" cy="180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3D094B5-452D-DD45-40F0-D024BB47E747}"/>
              </a:ext>
            </a:extLst>
          </p:cNvPr>
          <p:cNvSpPr/>
          <p:nvPr/>
        </p:nvSpPr>
        <p:spPr>
          <a:xfrm>
            <a:off x="2493929" y="5106397"/>
            <a:ext cx="8643628" cy="288000"/>
          </a:xfrm>
          <a:prstGeom prst="roundRect">
            <a:avLst>
              <a:gd name="adj" fmla="val 27151"/>
            </a:avLst>
          </a:prstGeom>
          <a:solidFill>
            <a:schemeClr val="bg1">
              <a:alpha val="7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999	     System	              	             Critical error occurred						      01             17:36, 31/12/2026  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5D0EEAC5-ADBB-F6CD-8E9C-BC6CA3299E44}"/>
              </a:ext>
            </a:extLst>
          </p:cNvPr>
          <p:cNvSpPr/>
          <p:nvPr/>
        </p:nvSpPr>
        <p:spPr>
          <a:xfrm>
            <a:off x="2493929" y="5471022"/>
            <a:ext cx="8643628" cy="288000"/>
          </a:xfrm>
          <a:prstGeom prst="roundRect">
            <a:avLst>
              <a:gd name="adj" fmla="val 27151"/>
            </a:avLst>
          </a:prstGeom>
          <a:solidFill>
            <a:schemeClr val="bg1">
              <a:alpha val="7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000	     System	              	             System iPark initialize						      01             05:30, 31/12/2026  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2" name="Isosceles Triangle 61">
            <a:extLst>
              <a:ext uri="{FF2B5EF4-FFF2-40B4-BE49-F238E27FC236}">
                <a16:creationId xmlns:a16="http://schemas.microsoft.com/office/drawing/2014/main" id="{5D6C22DB-A34F-942A-3AD1-AB6D004A0691}"/>
              </a:ext>
            </a:extLst>
          </p:cNvPr>
          <p:cNvSpPr/>
          <p:nvPr/>
        </p:nvSpPr>
        <p:spPr>
          <a:xfrm rot="10800000">
            <a:off x="10998888" y="1886301"/>
            <a:ext cx="102555" cy="88410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ADB0E21F-D564-8AEF-CA77-C5FDE7336D7A}"/>
              </a:ext>
            </a:extLst>
          </p:cNvPr>
          <p:cNvSpPr/>
          <p:nvPr/>
        </p:nvSpPr>
        <p:spPr>
          <a:xfrm>
            <a:off x="2223930" y="1859251"/>
            <a:ext cx="144000" cy="144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381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63E5411-5A34-C64F-BE51-A6A1411D7EE0}"/>
              </a:ext>
            </a:extLst>
          </p:cNvPr>
          <p:cNvSpPr/>
          <p:nvPr/>
        </p:nvSpPr>
        <p:spPr>
          <a:xfrm>
            <a:off x="8712000" y="1434125"/>
            <a:ext cx="2529935" cy="207620"/>
          </a:xfrm>
          <a:prstGeom prst="roundRect">
            <a:avLst>
              <a:gd name="adj" fmla="val 5000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000" dirty="0">
                <a:solidFill>
                  <a:schemeClr val="tx2">
                    <a:alpha val="50000"/>
                  </a:schemeClr>
                </a:solidFill>
              </a:rPr>
              <a:t>Recording stopped at 14:14, 01/01/2027</a:t>
            </a:r>
            <a:endParaRPr lang="vi-VN" sz="1000" dirty="0">
              <a:solidFill>
                <a:schemeClr val="tx2">
                  <a:alpha val="50000"/>
                </a:schemeClr>
              </a:solidFill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23D2EBCA-3303-71C1-FA2E-0C6F90177D29}"/>
              </a:ext>
            </a:extLst>
          </p:cNvPr>
          <p:cNvSpPr/>
          <p:nvPr/>
        </p:nvSpPr>
        <p:spPr>
          <a:xfrm>
            <a:off x="9468489" y="5903243"/>
            <a:ext cx="1043510" cy="362144"/>
          </a:xfrm>
          <a:prstGeom prst="roundRect">
            <a:avLst>
              <a:gd name="adj" fmla="val 5000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Items/page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533DBCF1-5096-7242-2C7C-BFF33E846C77}"/>
              </a:ext>
            </a:extLst>
          </p:cNvPr>
          <p:cNvSpPr/>
          <p:nvPr/>
        </p:nvSpPr>
        <p:spPr>
          <a:xfrm>
            <a:off x="10515600" y="5898240"/>
            <a:ext cx="726335" cy="362144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100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12AC9808-91C3-A445-E47E-A89576701ADA}"/>
              </a:ext>
            </a:extLst>
          </p:cNvPr>
          <p:cNvSpPr/>
          <p:nvPr/>
        </p:nvSpPr>
        <p:spPr>
          <a:xfrm>
            <a:off x="6408000" y="935746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21F48D59-4F97-09A9-AF42-0D9EFE31042A}"/>
              </a:ext>
            </a:extLst>
          </p:cNvPr>
          <p:cNvSpPr/>
          <p:nvPr/>
        </p:nvSpPr>
        <p:spPr>
          <a:xfrm>
            <a:off x="2853928" y="5903243"/>
            <a:ext cx="641392" cy="362144"/>
          </a:xfrm>
          <a:prstGeom prst="roundRect">
            <a:avLst>
              <a:gd name="adj" fmla="val 5000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Page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407047BC-73E7-3A02-D012-0A2D2501257A}"/>
              </a:ext>
            </a:extLst>
          </p:cNvPr>
          <p:cNvSpPr/>
          <p:nvPr/>
        </p:nvSpPr>
        <p:spPr>
          <a:xfrm>
            <a:off x="3490859" y="5898240"/>
            <a:ext cx="1114808" cy="362144"/>
          </a:xfrm>
          <a:prstGeom prst="roundRect">
            <a:avLst>
              <a:gd name="adj" fmla="val 50000"/>
            </a:avLst>
          </a:prstGeom>
          <a:solidFill>
            <a:srgbClr val="E3F6FD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                100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9082D249-446A-55B8-C4C0-90269322BFDE}"/>
              </a:ext>
            </a:extLst>
          </p:cNvPr>
          <p:cNvSpPr/>
          <p:nvPr/>
        </p:nvSpPr>
        <p:spPr>
          <a:xfrm>
            <a:off x="3498920" y="5898240"/>
            <a:ext cx="610484" cy="362144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1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39BC7790-4010-E061-199C-83FBBC0882C4}"/>
              </a:ext>
            </a:extLst>
          </p:cNvPr>
          <p:cNvSpPr/>
          <p:nvPr/>
        </p:nvSpPr>
        <p:spPr>
          <a:xfrm>
            <a:off x="2056530" y="5899312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bg1">
              <a:lumMod val="95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87415954-0407-D4D3-0C9B-EDE0225F24BB}"/>
              </a:ext>
            </a:extLst>
          </p:cNvPr>
          <p:cNvSpPr/>
          <p:nvPr/>
        </p:nvSpPr>
        <p:spPr>
          <a:xfrm>
            <a:off x="2493928" y="5899312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2C9DAEB6-B887-7005-ADE1-085A15282BF3}"/>
              </a:ext>
            </a:extLst>
          </p:cNvPr>
          <p:cNvSpPr/>
          <p:nvPr/>
        </p:nvSpPr>
        <p:spPr>
          <a:xfrm>
            <a:off x="7308000" y="1015250"/>
            <a:ext cx="1158733" cy="207620"/>
          </a:xfrm>
          <a:prstGeom prst="roundRect">
            <a:avLst>
              <a:gd name="adj" fmla="val 5000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2">
                    <a:alpha val="50000"/>
                  </a:schemeClr>
                </a:solidFill>
              </a:rPr>
              <a:t>99999 results</a:t>
            </a:r>
            <a:endParaRPr lang="vi-VN" sz="1000" dirty="0">
              <a:solidFill>
                <a:schemeClr val="tx2">
                  <a:alpha val="50000"/>
                </a:schemeClr>
              </a:solidFill>
            </a:endParaRP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E73F057B-994D-A423-84C5-BCF8D2E8EE4A}"/>
              </a:ext>
            </a:extLst>
          </p:cNvPr>
          <p:cNvSpPr/>
          <p:nvPr/>
        </p:nvSpPr>
        <p:spPr>
          <a:xfrm rot="16200000">
            <a:off x="9479290" y="3938894"/>
            <a:ext cx="3710731" cy="64709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C51ED740-EFE4-D3CB-5F10-617DB909E611}"/>
              </a:ext>
            </a:extLst>
          </p:cNvPr>
          <p:cNvSpPr/>
          <p:nvPr/>
        </p:nvSpPr>
        <p:spPr>
          <a:xfrm rot="16200000">
            <a:off x="11145005" y="2411848"/>
            <a:ext cx="379305" cy="102555"/>
          </a:xfrm>
          <a:prstGeom prst="roundRect">
            <a:avLst>
              <a:gd name="adj" fmla="val 50000"/>
            </a:avLst>
          </a:prstGeom>
          <a:solidFill>
            <a:schemeClr val="accent4">
              <a:lumMod val="5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422530D8-69B3-2752-0D53-9EC90CEB2F05}"/>
              </a:ext>
            </a:extLst>
          </p:cNvPr>
          <p:cNvSpPr/>
          <p:nvPr/>
        </p:nvSpPr>
        <p:spPr>
          <a:xfrm>
            <a:off x="11254714" y="2112351"/>
            <a:ext cx="161122" cy="16112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0" name="Isosceles Triangle 89">
            <a:extLst>
              <a:ext uri="{FF2B5EF4-FFF2-40B4-BE49-F238E27FC236}">
                <a16:creationId xmlns:a16="http://schemas.microsoft.com/office/drawing/2014/main" id="{1F554BE4-C639-643B-E0DC-8FDC5246E9C8}"/>
              </a:ext>
            </a:extLst>
          </p:cNvPr>
          <p:cNvSpPr/>
          <p:nvPr/>
        </p:nvSpPr>
        <p:spPr>
          <a:xfrm>
            <a:off x="11303740" y="2158973"/>
            <a:ext cx="64709" cy="55784"/>
          </a:xfrm>
          <a:prstGeom prst="triangle">
            <a:avLst/>
          </a:prstGeom>
          <a:solidFill>
            <a:schemeClr val="accent4">
              <a:lumMod val="50000"/>
            </a:schemeClr>
          </a:solidFill>
          <a:ln cap="rnd">
            <a:solidFill>
              <a:schemeClr val="accent4">
                <a:lumMod val="5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49654B56-7BD7-FFB5-92EA-DD916B3FC0E1}"/>
              </a:ext>
            </a:extLst>
          </p:cNvPr>
          <p:cNvSpPr/>
          <p:nvPr/>
        </p:nvSpPr>
        <p:spPr>
          <a:xfrm>
            <a:off x="11254714" y="5665492"/>
            <a:ext cx="161122" cy="16112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2" name="Isosceles Triangle 91">
            <a:extLst>
              <a:ext uri="{FF2B5EF4-FFF2-40B4-BE49-F238E27FC236}">
                <a16:creationId xmlns:a16="http://schemas.microsoft.com/office/drawing/2014/main" id="{48CCB858-6CB2-0E1F-54FB-946C18A44E24}"/>
              </a:ext>
            </a:extLst>
          </p:cNvPr>
          <p:cNvSpPr/>
          <p:nvPr/>
        </p:nvSpPr>
        <p:spPr>
          <a:xfrm rot="10800000">
            <a:off x="11303740" y="5729828"/>
            <a:ext cx="64709" cy="55784"/>
          </a:xfrm>
          <a:prstGeom prst="triangle">
            <a:avLst/>
          </a:prstGeom>
          <a:solidFill>
            <a:schemeClr val="accent4">
              <a:lumMod val="50000"/>
            </a:schemeClr>
          </a:solidFill>
          <a:ln cap="rnd">
            <a:solidFill>
              <a:schemeClr val="accent4">
                <a:lumMod val="5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1494C351-9EF5-B5D5-E8A8-5C342DFA125B}"/>
              </a:ext>
            </a:extLst>
          </p:cNvPr>
          <p:cNvSpPr/>
          <p:nvPr/>
        </p:nvSpPr>
        <p:spPr>
          <a:xfrm>
            <a:off x="9271897" y="1354261"/>
            <a:ext cx="1958304" cy="860496"/>
          </a:xfrm>
          <a:prstGeom prst="roundRect">
            <a:avLst>
              <a:gd name="adj" fmla="val 16664"/>
            </a:avLst>
          </a:prstGeom>
          <a:solidFill>
            <a:schemeClr val="bg1"/>
          </a:solidFill>
          <a:ln w="63500">
            <a:noFill/>
          </a:ln>
          <a:effectLst>
            <a:outerShdw blurRad="254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A78EAA14-33AC-2F16-8D41-556688076B15}"/>
              </a:ext>
            </a:extLst>
          </p:cNvPr>
          <p:cNvSpPr/>
          <p:nvPr/>
        </p:nvSpPr>
        <p:spPr>
          <a:xfrm>
            <a:off x="9323411" y="1403873"/>
            <a:ext cx="1847437" cy="360000"/>
          </a:xfrm>
          <a:prstGeom prst="roundRect">
            <a:avLst>
              <a:gd name="adj" fmla="val 27151"/>
            </a:avLst>
          </a:prstGeom>
          <a:solidFill>
            <a:schemeClr val="bg1">
              <a:lumMod val="95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accent4">
                    <a:lumMod val="50000"/>
                  </a:schemeClr>
                </a:solidFill>
              </a:rPr>
              <a:t>Auto refresh</a:t>
            </a:r>
            <a:endParaRPr lang="vi-VN" sz="12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E74ED35C-9551-8EDD-F3FB-B3B09D1F6224}"/>
              </a:ext>
            </a:extLst>
          </p:cNvPr>
          <p:cNvSpPr/>
          <p:nvPr/>
        </p:nvSpPr>
        <p:spPr>
          <a:xfrm>
            <a:off x="9323412" y="1801065"/>
            <a:ext cx="870244" cy="360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Period (s)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8AE33B2E-3C69-24CF-91C3-939C7AEA2D59}"/>
              </a:ext>
            </a:extLst>
          </p:cNvPr>
          <p:cNvSpPr/>
          <p:nvPr/>
        </p:nvSpPr>
        <p:spPr>
          <a:xfrm>
            <a:off x="10711922" y="1499063"/>
            <a:ext cx="314122" cy="166253"/>
          </a:xfrm>
          <a:prstGeom prst="roundRect">
            <a:avLst>
              <a:gd name="adj" fmla="val 50000"/>
            </a:avLst>
          </a:prstGeom>
          <a:solidFill>
            <a:srgbClr val="E3F6FD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9B46CC77-A9A6-59C4-DA74-68DC220DA652}"/>
              </a:ext>
            </a:extLst>
          </p:cNvPr>
          <p:cNvSpPr/>
          <p:nvPr/>
        </p:nvSpPr>
        <p:spPr>
          <a:xfrm>
            <a:off x="10628237" y="1491706"/>
            <a:ext cx="180966" cy="180966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EF66527E-F2D0-1133-D5B5-3FE294D41A62}"/>
              </a:ext>
            </a:extLst>
          </p:cNvPr>
          <p:cNvSpPr/>
          <p:nvPr/>
        </p:nvSpPr>
        <p:spPr>
          <a:xfrm>
            <a:off x="10498455" y="1801065"/>
            <a:ext cx="666177" cy="360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10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8542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A7309F-DF81-DC2A-88D9-5DF667DC01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16A3874-8384-E937-0051-C6A729753B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44000" y="756000"/>
            <a:ext cx="9504000" cy="5652000"/>
          </a:xfrm>
          <a:prstGeom prst="roundRect">
            <a:avLst>
              <a:gd name="adj" fmla="val 3291"/>
            </a:avLst>
          </a:prstGeom>
          <a:solidFill>
            <a:schemeClr val="accent4">
              <a:lumMod val="20000"/>
              <a:lumOff val="80000"/>
              <a:alpha val="1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711CB96-279A-D461-94F8-1CBB1F352BC8}"/>
              </a:ext>
            </a:extLst>
          </p:cNvPr>
          <p:cNvSpPr/>
          <p:nvPr/>
        </p:nvSpPr>
        <p:spPr>
          <a:xfrm>
            <a:off x="2493928" y="1756354"/>
            <a:ext cx="8738071" cy="35389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C2AD4D5-70B1-CDDE-671E-5563890C524C}"/>
              </a:ext>
            </a:extLst>
          </p:cNvPr>
          <p:cNvSpPr/>
          <p:nvPr/>
        </p:nvSpPr>
        <p:spPr>
          <a:xfrm>
            <a:off x="9072000" y="110400"/>
            <a:ext cx="2376000" cy="504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A3F9301-3A7F-878F-8C8D-0E1D0876CEE1}"/>
              </a:ext>
            </a:extLst>
          </p:cNvPr>
          <p:cNvSpPr/>
          <p:nvPr/>
        </p:nvSpPr>
        <p:spPr>
          <a:xfrm>
            <a:off x="72000" y="5832000"/>
            <a:ext cx="1764000" cy="576000"/>
          </a:xfrm>
          <a:prstGeom prst="roundRect">
            <a:avLst>
              <a:gd name="adj" fmla="val 35133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A913426-264F-8550-A4D6-698243F95F4B}"/>
              </a:ext>
            </a:extLst>
          </p:cNvPr>
          <p:cNvSpPr/>
          <p:nvPr/>
        </p:nvSpPr>
        <p:spPr>
          <a:xfrm>
            <a:off x="72000" y="756000"/>
            <a:ext cx="1764000" cy="3240000"/>
          </a:xfrm>
          <a:prstGeom prst="roundRect">
            <a:avLst>
              <a:gd name="adj" fmla="val 10328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736D1B-D1A9-94E1-70D6-4C3CCB5AC11F}"/>
              </a:ext>
            </a:extLst>
          </p:cNvPr>
          <p:cNvSpPr txBox="1"/>
          <p:nvPr/>
        </p:nvSpPr>
        <p:spPr>
          <a:xfrm>
            <a:off x="810163" y="72000"/>
            <a:ext cx="809837" cy="576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gradFill flip="none" rotWithShape="1">
                  <a:gsLst>
                    <a:gs pos="49000">
                      <a:schemeClr val="accent4">
                        <a:lumMod val="50000"/>
                      </a:schemeClr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5400000" scaled="1"/>
                  <a:tileRect/>
                </a:gradFill>
                <a:latin typeface="Compacta" panose="02020500000000000000" pitchFamily="18" charset="0"/>
                <a:ea typeface="Compacta" panose="02020500000000000000" pitchFamily="18" charset="0"/>
                <a:cs typeface="Compacta" panose="02020500000000000000" pitchFamily="18" charset="0"/>
              </a:rPr>
              <a:t>i</a:t>
            </a:r>
            <a:r>
              <a:rPr lang="en-US" sz="3200" dirty="0">
                <a:solidFill>
                  <a:schemeClr val="accent4">
                    <a:lumMod val="50000"/>
                  </a:schemeClr>
                </a:solidFill>
                <a:latin typeface="Compacta" panose="02020500000000000000" pitchFamily="18" charset="0"/>
                <a:ea typeface="Compacta" panose="02020500000000000000" pitchFamily="18" charset="0"/>
                <a:cs typeface="Compacta" panose="02020500000000000000" pitchFamily="18" charset="0"/>
              </a:rPr>
              <a:t>Park</a:t>
            </a:r>
            <a:endParaRPr lang="en-US" sz="2400" dirty="0">
              <a:solidFill>
                <a:schemeClr val="accent4">
                  <a:lumMod val="50000"/>
                </a:schemeClr>
              </a:solidFill>
              <a:latin typeface="Compacta" panose="02020500000000000000" pitchFamily="18" charset="0"/>
              <a:ea typeface="Compacta" panose="02020500000000000000" pitchFamily="18" charset="0"/>
              <a:cs typeface="Compacta" panose="02020500000000000000" pitchFamily="18" charset="0"/>
            </a:endParaRPr>
          </a:p>
        </p:txBody>
      </p:sp>
      <p:pic>
        <p:nvPicPr>
          <p:cNvPr id="9" name="Picture 8" descr="A blue and white logo&#10;&#10;AI-generated content may be incorrect.">
            <a:extLst>
              <a:ext uri="{FF2B5EF4-FFF2-40B4-BE49-F238E27FC236}">
                <a16:creationId xmlns:a16="http://schemas.microsoft.com/office/drawing/2014/main" id="{D46A4676-2DF8-E123-499B-81E24AD0C9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0" y="108000"/>
            <a:ext cx="504000" cy="50400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504FFDF-FA0E-7B09-C7FF-B9D1D4D24AF3}"/>
              </a:ext>
            </a:extLst>
          </p:cNvPr>
          <p:cNvSpPr/>
          <p:nvPr/>
        </p:nvSpPr>
        <p:spPr>
          <a:xfrm>
            <a:off x="288000" y="1368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Parking</a:t>
            </a:r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A5185B-C836-9DF7-5056-841539AB2B52}"/>
              </a:ext>
            </a:extLst>
          </p:cNvPr>
          <p:cNvSpPr/>
          <p:nvPr/>
        </p:nvSpPr>
        <p:spPr>
          <a:xfrm>
            <a:off x="288000" y="1872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Staffs</a:t>
            </a:r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1DA16DD-E87E-6E47-C347-F7F1CC779FA4}"/>
              </a:ext>
            </a:extLst>
          </p:cNvPr>
          <p:cNvSpPr>
            <a:spLocks/>
          </p:cNvSpPr>
          <p:nvPr/>
        </p:nvSpPr>
        <p:spPr>
          <a:xfrm>
            <a:off x="288000" y="2376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Accounts</a:t>
            </a:r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DC0C31C-898D-B80F-A878-FA18FE061033}"/>
              </a:ext>
            </a:extLst>
          </p:cNvPr>
          <p:cNvSpPr>
            <a:spLocks/>
          </p:cNvSpPr>
          <p:nvPr/>
        </p:nvSpPr>
        <p:spPr>
          <a:xfrm>
            <a:off x="288000" y="2880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Configuration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E8E8985-D377-AE24-8262-73113EA979AC}"/>
              </a:ext>
            </a:extLst>
          </p:cNvPr>
          <p:cNvSpPr/>
          <p:nvPr/>
        </p:nvSpPr>
        <p:spPr>
          <a:xfrm>
            <a:off x="288000" y="3384000"/>
            <a:ext cx="1440000" cy="504000"/>
          </a:xfrm>
          <a:prstGeom prst="roundRect">
            <a:avLst>
              <a:gd name="adj" fmla="val 27151"/>
            </a:avLst>
          </a:prstGeom>
          <a:gradFill flip="none" rotWithShape="1">
            <a:gsLst>
              <a:gs pos="10000">
                <a:schemeClr val="accent4">
                  <a:lumMod val="50000"/>
                </a:schemeClr>
              </a:gs>
              <a:gs pos="100000">
                <a:schemeClr val="accent4">
                  <a:alpha val="20000"/>
                  <a:lumMod val="20000"/>
                  <a:lumOff val="80000"/>
                </a:schemeClr>
              </a:gs>
            </a:gsLst>
            <a:lin ang="0" scaled="1"/>
            <a:tileRect/>
          </a:gra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History</a:t>
            </a:r>
            <a:endParaRPr lang="vi-VN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FFB8347-7BDC-88A9-3A02-17CB545D0D28}"/>
              </a:ext>
            </a:extLst>
          </p:cNvPr>
          <p:cNvSpPr>
            <a:spLocks/>
          </p:cNvSpPr>
          <p:nvPr/>
        </p:nvSpPr>
        <p:spPr>
          <a:xfrm>
            <a:off x="288000" y="900000"/>
            <a:ext cx="1440000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Home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4BDC152-F93D-C2FA-1292-299AE4ABC0F1}"/>
              </a:ext>
            </a:extLst>
          </p:cNvPr>
          <p:cNvSpPr>
            <a:spLocks/>
          </p:cNvSpPr>
          <p:nvPr/>
        </p:nvSpPr>
        <p:spPr>
          <a:xfrm>
            <a:off x="471488" y="5868000"/>
            <a:ext cx="1256513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Settings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96E7165-E724-1C2B-4430-81A22AC6D1F3}"/>
              </a:ext>
            </a:extLst>
          </p:cNvPr>
          <p:cNvSpPr/>
          <p:nvPr/>
        </p:nvSpPr>
        <p:spPr>
          <a:xfrm>
            <a:off x="144000" y="3456000"/>
            <a:ext cx="90000" cy="36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4">
                  <a:lumMod val="7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D4D164F-E383-D5E9-1ACA-D7A2824E1F82}"/>
              </a:ext>
            </a:extLst>
          </p:cNvPr>
          <p:cNvGrpSpPr/>
          <p:nvPr/>
        </p:nvGrpSpPr>
        <p:grpSpPr>
          <a:xfrm>
            <a:off x="10862065" y="170065"/>
            <a:ext cx="379870" cy="379870"/>
            <a:chOff x="10877259" y="170065"/>
            <a:chExt cx="379870" cy="379870"/>
          </a:xfrm>
        </p:grpSpPr>
        <p:pic>
          <p:nvPicPr>
            <p:cNvPr id="7" name="Graphic 6" descr="User with solid fill">
              <a:extLst>
                <a:ext uri="{FF2B5EF4-FFF2-40B4-BE49-F238E27FC236}">
                  <a16:creationId xmlns:a16="http://schemas.microsoft.com/office/drawing/2014/main" id="{B8E37742-5000-3F9B-C297-6622A366B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12429" t="3890" r="11865" b="20403"/>
            <a:stretch/>
          </p:blipFill>
          <p:spPr>
            <a:xfrm>
              <a:off x="10919942" y="221864"/>
              <a:ext cx="294505" cy="294505"/>
            </a:xfrm>
            <a:prstGeom prst="ellipse">
              <a:avLst/>
            </a:prstGeom>
          </p:spPr>
        </p:pic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669580F-924E-F2FD-98EB-5C7CA2D079D6}"/>
                </a:ext>
              </a:extLst>
            </p:cNvPr>
            <p:cNvSpPr/>
            <p:nvPr/>
          </p:nvSpPr>
          <p:spPr>
            <a:xfrm>
              <a:off x="10877259" y="170065"/>
              <a:ext cx="379870" cy="379870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F220D06-C493-923E-F9B6-CF626DF373CF}"/>
              </a:ext>
            </a:extLst>
          </p:cNvPr>
          <p:cNvSpPr/>
          <p:nvPr/>
        </p:nvSpPr>
        <p:spPr>
          <a:xfrm>
            <a:off x="1944000" y="180000"/>
            <a:ext cx="4824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Search</a:t>
            </a:r>
            <a:endParaRPr lang="vi-VN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76861BE-1EC4-5887-6A44-84266204C853}"/>
              </a:ext>
            </a:extLst>
          </p:cNvPr>
          <p:cNvSpPr/>
          <p:nvPr/>
        </p:nvSpPr>
        <p:spPr>
          <a:xfrm>
            <a:off x="10332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BC79E98-A1A8-0F77-16C3-29AD847C6079}"/>
              </a:ext>
            </a:extLst>
          </p:cNvPr>
          <p:cNvSpPr/>
          <p:nvPr/>
        </p:nvSpPr>
        <p:spPr>
          <a:xfrm>
            <a:off x="9792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C474626-A4B8-B3A2-605E-1A045F78E84F}"/>
              </a:ext>
            </a:extLst>
          </p:cNvPr>
          <p:cNvSpPr/>
          <p:nvPr/>
        </p:nvSpPr>
        <p:spPr>
          <a:xfrm>
            <a:off x="9252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226E94B-03F8-DE2C-E415-6ACA8CAC8476}"/>
              </a:ext>
            </a:extLst>
          </p:cNvPr>
          <p:cNvSpPr/>
          <p:nvPr/>
        </p:nvSpPr>
        <p:spPr>
          <a:xfrm>
            <a:off x="6408000" y="180000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BE72AB1-7A46-4585-49D5-93708F1FA1D3}"/>
              </a:ext>
            </a:extLst>
          </p:cNvPr>
          <p:cNvSpPr/>
          <p:nvPr/>
        </p:nvSpPr>
        <p:spPr>
          <a:xfrm>
            <a:off x="2051999" y="2115888"/>
            <a:ext cx="9180001" cy="3710730"/>
          </a:xfrm>
          <a:prstGeom prst="roundRect">
            <a:avLst>
              <a:gd name="adj" fmla="val 3665"/>
            </a:avLst>
          </a:prstGeom>
          <a:solidFill>
            <a:srgbClr val="E3F6FD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51C9D6A-B8E1-BBE0-7EDD-E37EAC91828C}"/>
              </a:ext>
            </a:extLst>
          </p:cNvPr>
          <p:cNvSpPr/>
          <p:nvPr/>
        </p:nvSpPr>
        <p:spPr>
          <a:xfrm>
            <a:off x="2052000" y="850262"/>
            <a:ext cx="7771391" cy="504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History</a:t>
            </a:r>
            <a:endParaRPr lang="vi-VN" sz="28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C1A533E-9253-DCCB-81DA-3B5FC228041D}"/>
              </a:ext>
            </a:extLst>
          </p:cNvPr>
          <p:cNvSpPr/>
          <p:nvPr/>
        </p:nvSpPr>
        <p:spPr>
          <a:xfrm>
            <a:off x="10628237" y="936000"/>
            <a:ext cx="603763" cy="360000"/>
          </a:xfrm>
          <a:prstGeom prst="roundRect">
            <a:avLst>
              <a:gd name="adj" fmla="val 27151"/>
            </a:avLst>
          </a:prstGeom>
          <a:solidFill>
            <a:schemeClr val="bg1">
              <a:lumMod val="95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F1DDA18-349D-865D-A2F8-F03B6856322E}"/>
              </a:ext>
            </a:extLst>
          </p:cNvPr>
          <p:cNvSpPr/>
          <p:nvPr/>
        </p:nvSpPr>
        <p:spPr>
          <a:xfrm>
            <a:off x="9548237" y="936000"/>
            <a:ext cx="900000" cy="360000"/>
          </a:xfrm>
          <a:prstGeom prst="roundRect">
            <a:avLst>
              <a:gd name="adj" fmla="val 27151"/>
            </a:avLst>
          </a:prstGeom>
          <a:solidFill>
            <a:schemeClr val="bg1">
              <a:lumMod val="5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Clear</a:t>
            </a:r>
            <a:endParaRPr lang="vi-VN" sz="1200" b="1" dirty="0">
              <a:solidFill>
                <a:schemeClr val="bg1"/>
              </a:solidFill>
            </a:endParaRPr>
          </a:p>
        </p:txBody>
      </p:sp>
      <p:pic>
        <p:nvPicPr>
          <p:cNvPr id="42" name="Graphic 41" descr="Single gear with solid fill">
            <a:extLst>
              <a:ext uri="{FF2B5EF4-FFF2-40B4-BE49-F238E27FC236}">
                <a16:creationId xmlns:a16="http://schemas.microsoft.com/office/drawing/2014/main" id="{82928CC8-EA99-1C68-8BFF-DB4208C616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1165" y="5938838"/>
            <a:ext cx="360000" cy="3600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7A233F2-6C5E-5145-5C46-C0CE21B5B91E}"/>
              </a:ext>
            </a:extLst>
          </p:cNvPr>
          <p:cNvSpPr/>
          <p:nvPr/>
        </p:nvSpPr>
        <p:spPr>
          <a:xfrm>
            <a:off x="8468237" y="936000"/>
            <a:ext cx="90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4">
                    <a:lumMod val="50000"/>
                  </a:schemeClr>
                </a:solidFill>
              </a:rPr>
              <a:t>Export</a:t>
            </a:r>
            <a:endParaRPr lang="vi-VN" sz="12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43264F0-F0AE-0345-2B18-B30D91B8FF2C}"/>
              </a:ext>
            </a:extLst>
          </p:cNvPr>
          <p:cNvSpPr/>
          <p:nvPr/>
        </p:nvSpPr>
        <p:spPr>
          <a:xfrm>
            <a:off x="2493929" y="1749216"/>
            <a:ext cx="609055" cy="360000"/>
          </a:xfrm>
          <a:prstGeom prst="roundRect">
            <a:avLst>
              <a:gd name="adj" fmla="val 5000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ID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847DB72-30D7-821A-1F1C-20E961F5EE48}"/>
              </a:ext>
            </a:extLst>
          </p:cNvPr>
          <p:cNvSpPr/>
          <p:nvPr/>
        </p:nvSpPr>
        <p:spPr>
          <a:xfrm>
            <a:off x="3108325" y="1752746"/>
            <a:ext cx="1619268" cy="360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Event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8861B80-16F5-5687-7FAE-25F9F0B61EDC}"/>
              </a:ext>
            </a:extLst>
          </p:cNvPr>
          <p:cNvSpPr/>
          <p:nvPr/>
        </p:nvSpPr>
        <p:spPr>
          <a:xfrm>
            <a:off x="4727593" y="1747609"/>
            <a:ext cx="4344407" cy="360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Description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C783EA7-E0CF-1061-578D-66FEE460C2F1}"/>
              </a:ext>
            </a:extLst>
          </p:cNvPr>
          <p:cNvSpPr/>
          <p:nvPr/>
        </p:nvSpPr>
        <p:spPr>
          <a:xfrm>
            <a:off x="9671222" y="1746608"/>
            <a:ext cx="1570713" cy="36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4">
                  <a:lumMod val="50000"/>
                  <a:alpha val="5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16200000" scaled="1"/>
            <a:tileRect/>
          </a:gra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2"/>
                </a:solidFill>
              </a:rPr>
              <a:t>Time</a:t>
            </a:r>
            <a:endParaRPr lang="vi-VN" sz="1200" b="1" dirty="0">
              <a:solidFill>
                <a:schemeClr val="tx2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D34C529-EF05-697C-D977-95F5212EB1D0}"/>
              </a:ext>
            </a:extLst>
          </p:cNvPr>
          <p:cNvSpPr/>
          <p:nvPr/>
        </p:nvSpPr>
        <p:spPr>
          <a:xfrm>
            <a:off x="2205930" y="2251822"/>
            <a:ext cx="180000" cy="180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F7D45BB-FB67-7E64-E46F-E1E24E860612}"/>
              </a:ext>
            </a:extLst>
          </p:cNvPr>
          <p:cNvSpPr/>
          <p:nvPr/>
        </p:nvSpPr>
        <p:spPr>
          <a:xfrm>
            <a:off x="2223775" y="2645789"/>
            <a:ext cx="144000" cy="144000"/>
          </a:xfrm>
          <a:prstGeom prst="roundRect">
            <a:avLst>
              <a:gd name="adj" fmla="val 27151"/>
            </a:avLst>
          </a:prstGeom>
          <a:solidFill>
            <a:schemeClr val="accent4">
              <a:lumMod val="50000"/>
            </a:schemeClr>
          </a:solidFill>
          <a:ln w="63500">
            <a:solidFill>
              <a:srgbClr val="F8FC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2A785F7-ED8E-0472-E420-986E93FD9053}"/>
              </a:ext>
            </a:extLst>
          </p:cNvPr>
          <p:cNvSpPr/>
          <p:nvPr/>
        </p:nvSpPr>
        <p:spPr>
          <a:xfrm>
            <a:off x="2493929" y="1813484"/>
            <a:ext cx="397663" cy="360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D16D557-F7B1-774A-F7C8-EBEA30657A91}"/>
              </a:ext>
            </a:extLst>
          </p:cNvPr>
          <p:cNvSpPr/>
          <p:nvPr/>
        </p:nvSpPr>
        <p:spPr>
          <a:xfrm>
            <a:off x="2493929" y="2197822"/>
            <a:ext cx="8643628" cy="288000"/>
          </a:xfrm>
          <a:prstGeom prst="roundRect">
            <a:avLst>
              <a:gd name="adj" fmla="val 27151"/>
            </a:avLst>
          </a:prstGeom>
          <a:solidFill>
            <a:schemeClr val="bg1">
              <a:alpha val="7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011	     MIO_in	              	             Member ID 00002 enters						      01             14:12, 01/12/2026  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FA1096A8-FB54-0C36-04EB-8D3EFFA9A759}"/>
              </a:ext>
            </a:extLst>
          </p:cNvPr>
          <p:cNvSpPr/>
          <p:nvPr/>
        </p:nvSpPr>
        <p:spPr>
          <a:xfrm>
            <a:off x="9072001" y="1748927"/>
            <a:ext cx="599222" cy="360000"/>
          </a:xfrm>
          <a:prstGeom prst="roundRect">
            <a:avLst>
              <a:gd name="adj" fmla="val 27151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Park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43C051A5-A66B-CA23-E329-0FB9D3712C1D}"/>
              </a:ext>
            </a:extLst>
          </p:cNvPr>
          <p:cNvSpPr/>
          <p:nvPr/>
        </p:nvSpPr>
        <p:spPr>
          <a:xfrm>
            <a:off x="2493929" y="2562447"/>
            <a:ext cx="8643628" cy="288000"/>
          </a:xfrm>
          <a:prstGeom prst="roundRect">
            <a:avLst>
              <a:gd name="adj" fmla="val 27151"/>
            </a:avLst>
          </a:prstGeom>
          <a:solidFill>
            <a:schemeClr val="accent4">
              <a:lumMod val="50000"/>
              <a:alpha val="7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</a:rPr>
              <a:t>011	     MIO_in 	              	             Member ID 00001 enters						      01             12:11, 01/12/2026  </a:t>
            </a:r>
            <a:endParaRPr lang="vi-VN" sz="1200" dirty="0">
              <a:solidFill>
                <a:schemeClr val="bg1"/>
              </a:solidFill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A55EF32-A506-4B6F-04D5-491F4093624C}"/>
              </a:ext>
            </a:extLst>
          </p:cNvPr>
          <p:cNvSpPr/>
          <p:nvPr/>
        </p:nvSpPr>
        <p:spPr>
          <a:xfrm>
            <a:off x="3208859" y="936000"/>
            <a:ext cx="3559141" cy="360000"/>
          </a:xfrm>
          <a:prstGeom prst="roundRect">
            <a:avLst>
              <a:gd name="adj" fmla="val 27151"/>
            </a:avLst>
          </a:prstGeom>
          <a:solidFill>
            <a:schemeClr val="bg1">
              <a:lumMod val="95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  <a:alpha val="60000"/>
                  </a:schemeClr>
                </a:solidFill>
              </a:rPr>
              <a:t>Search “History”</a:t>
            </a:r>
            <a:endParaRPr lang="vi-VN" sz="1200" dirty="0">
              <a:solidFill>
                <a:schemeClr val="accent4">
                  <a:lumMod val="75000"/>
                  <a:alpha val="60000"/>
                </a:schemeClr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407B70E-F5AD-C405-F9AF-99EFBA4D6196}"/>
              </a:ext>
            </a:extLst>
          </p:cNvPr>
          <p:cNvSpPr/>
          <p:nvPr/>
        </p:nvSpPr>
        <p:spPr>
          <a:xfrm>
            <a:off x="6948000" y="935746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bg1">
              <a:lumMod val="95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FD1FB3-AE3B-53CB-D0BD-9B83240BB017}"/>
              </a:ext>
            </a:extLst>
          </p:cNvPr>
          <p:cNvSpPr/>
          <p:nvPr/>
        </p:nvSpPr>
        <p:spPr>
          <a:xfrm>
            <a:off x="2205930" y="2979817"/>
            <a:ext cx="180000" cy="180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D4834DA-0A92-B255-FA3F-8B56CCC125AB}"/>
              </a:ext>
            </a:extLst>
          </p:cNvPr>
          <p:cNvSpPr/>
          <p:nvPr/>
        </p:nvSpPr>
        <p:spPr>
          <a:xfrm>
            <a:off x="2223775" y="3373784"/>
            <a:ext cx="144000" cy="144000"/>
          </a:xfrm>
          <a:prstGeom prst="roundRect">
            <a:avLst>
              <a:gd name="adj" fmla="val 27151"/>
            </a:avLst>
          </a:prstGeom>
          <a:solidFill>
            <a:schemeClr val="accent4">
              <a:lumMod val="50000"/>
            </a:schemeClr>
          </a:solidFill>
          <a:ln w="63500">
            <a:solidFill>
              <a:srgbClr val="F8FC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E1CEF7B3-5570-ECA4-E4E9-2E2FB0E956E8}"/>
              </a:ext>
            </a:extLst>
          </p:cNvPr>
          <p:cNvSpPr/>
          <p:nvPr/>
        </p:nvSpPr>
        <p:spPr>
          <a:xfrm>
            <a:off x="2493929" y="2925817"/>
            <a:ext cx="8643628" cy="288000"/>
          </a:xfrm>
          <a:prstGeom prst="roundRect">
            <a:avLst>
              <a:gd name="adj" fmla="val 27151"/>
            </a:avLst>
          </a:prstGeom>
          <a:solidFill>
            <a:schemeClr val="bg1">
              <a:alpha val="7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012	     MIO_out	              	             Member ID 00002 outs						      01             11:10, 01/12/2026  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250B072-0F42-DE4D-F8F5-5DAC16EFB55C}"/>
              </a:ext>
            </a:extLst>
          </p:cNvPr>
          <p:cNvSpPr/>
          <p:nvPr/>
        </p:nvSpPr>
        <p:spPr>
          <a:xfrm>
            <a:off x="2493929" y="3290442"/>
            <a:ext cx="8643628" cy="288000"/>
          </a:xfrm>
          <a:prstGeom prst="roundRect">
            <a:avLst>
              <a:gd name="adj" fmla="val 27151"/>
            </a:avLst>
          </a:prstGeom>
          <a:solidFill>
            <a:schemeClr val="accent4">
              <a:lumMod val="50000"/>
              <a:alpha val="7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</a:rPr>
              <a:t>012	     MIO_out 	              	             Member ID 00001 outs						      01             10:09, 01/12/2026  </a:t>
            </a:r>
            <a:endParaRPr lang="vi-VN" sz="1200" dirty="0">
              <a:solidFill>
                <a:schemeClr val="bg1"/>
              </a:solidFill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0BF6ADF-D936-6B3A-D288-7DC1B6695070}"/>
              </a:ext>
            </a:extLst>
          </p:cNvPr>
          <p:cNvSpPr/>
          <p:nvPr/>
        </p:nvSpPr>
        <p:spPr>
          <a:xfrm>
            <a:off x="2223775" y="3743543"/>
            <a:ext cx="144000" cy="144000"/>
          </a:xfrm>
          <a:prstGeom prst="roundRect">
            <a:avLst>
              <a:gd name="adj" fmla="val 27151"/>
            </a:avLst>
          </a:prstGeom>
          <a:solidFill>
            <a:schemeClr val="accent4">
              <a:lumMod val="50000"/>
            </a:schemeClr>
          </a:solidFill>
          <a:ln w="63500">
            <a:solidFill>
              <a:srgbClr val="F8FC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0F0E9203-F768-D2BF-00AE-28CDD466D73C}"/>
              </a:ext>
            </a:extLst>
          </p:cNvPr>
          <p:cNvSpPr/>
          <p:nvPr/>
        </p:nvSpPr>
        <p:spPr>
          <a:xfrm>
            <a:off x="2205930" y="4068558"/>
            <a:ext cx="180000" cy="180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1175C15-954C-FEB1-4322-4E5ECBC0E6BD}"/>
              </a:ext>
            </a:extLst>
          </p:cNvPr>
          <p:cNvSpPr/>
          <p:nvPr/>
        </p:nvSpPr>
        <p:spPr>
          <a:xfrm>
            <a:off x="2493929" y="3655067"/>
            <a:ext cx="8643628" cy="288000"/>
          </a:xfrm>
          <a:prstGeom prst="roundRect">
            <a:avLst>
              <a:gd name="adj" fmla="val 27151"/>
            </a:avLst>
          </a:prstGeom>
          <a:solidFill>
            <a:schemeClr val="accent4">
              <a:lumMod val="50000"/>
              <a:alpha val="7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</a:rPr>
              <a:t>032	     GuestIO_out           	             Guest_1008010127 outs						      02             10:08, 01/12/2026  </a:t>
            </a:r>
            <a:endParaRPr lang="vi-VN" sz="1200" dirty="0">
              <a:solidFill>
                <a:schemeClr val="bg1"/>
              </a:solidFill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89EAB2F9-5676-C929-3C84-447E0F5672B3}"/>
              </a:ext>
            </a:extLst>
          </p:cNvPr>
          <p:cNvSpPr/>
          <p:nvPr/>
        </p:nvSpPr>
        <p:spPr>
          <a:xfrm>
            <a:off x="2493929" y="4019692"/>
            <a:ext cx="8643628" cy="288000"/>
          </a:xfrm>
          <a:prstGeom prst="roundRect">
            <a:avLst>
              <a:gd name="adj" fmla="val 27151"/>
            </a:avLst>
          </a:prstGeom>
          <a:solidFill>
            <a:schemeClr val="bg1">
              <a:alpha val="7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031	     GuestIO_in	              	             Guest_1008010127 enters						      02             10:07, 01/12/2026  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6FB976C-B954-7EE0-6318-961849D23C24}"/>
              </a:ext>
            </a:extLst>
          </p:cNvPr>
          <p:cNvSpPr/>
          <p:nvPr/>
        </p:nvSpPr>
        <p:spPr>
          <a:xfrm>
            <a:off x="2205930" y="4431147"/>
            <a:ext cx="180000" cy="180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36F65C39-E046-5FCE-F35C-5FB9CB586CE0}"/>
              </a:ext>
            </a:extLst>
          </p:cNvPr>
          <p:cNvSpPr/>
          <p:nvPr/>
        </p:nvSpPr>
        <p:spPr>
          <a:xfrm>
            <a:off x="2205930" y="4790638"/>
            <a:ext cx="180000" cy="180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BA269660-BB55-DF6B-E809-6A8749A4F47D}"/>
              </a:ext>
            </a:extLst>
          </p:cNvPr>
          <p:cNvSpPr/>
          <p:nvPr/>
        </p:nvSpPr>
        <p:spPr>
          <a:xfrm>
            <a:off x="2493929" y="4377147"/>
            <a:ext cx="8643628" cy="288000"/>
          </a:xfrm>
          <a:prstGeom prst="roundRect">
            <a:avLst>
              <a:gd name="adj" fmla="val 27151"/>
            </a:avLst>
          </a:prstGeom>
          <a:solidFill>
            <a:schemeClr val="bg1">
              <a:alpha val="7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022	     PMIO_out		             PMember ID 00001 outs						      01             07:01, 01/12/2026 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75EC02FF-70A4-1713-F93D-F5E6A1ECB351}"/>
              </a:ext>
            </a:extLst>
          </p:cNvPr>
          <p:cNvSpPr/>
          <p:nvPr/>
        </p:nvSpPr>
        <p:spPr>
          <a:xfrm>
            <a:off x="2493929" y="4741772"/>
            <a:ext cx="8643628" cy="288000"/>
          </a:xfrm>
          <a:prstGeom prst="roundRect">
            <a:avLst>
              <a:gd name="adj" fmla="val 27151"/>
            </a:avLst>
          </a:prstGeom>
          <a:solidFill>
            <a:schemeClr val="bg1">
              <a:alpha val="7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021	     PMIO_in 	              	             PMember ID 00001 enters						      01             17:47, 30/11/2026  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ADD47D22-269E-0FDD-E447-6478D22C16D1}"/>
              </a:ext>
            </a:extLst>
          </p:cNvPr>
          <p:cNvSpPr/>
          <p:nvPr/>
        </p:nvSpPr>
        <p:spPr>
          <a:xfrm>
            <a:off x="2205930" y="5160397"/>
            <a:ext cx="180000" cy="180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8DE018FE-FF4B-E58D-B23F-5600D04549A8}"/>
              </a:ext>
            </a:extLst>
          </p:cNvPr>
          <p:cNvSpPr/>
          <p:nvPr/>
        </p:nvSpPr>
        <p:spPr>
          <a:xfrm>
            <a:off x="2205930" y="5519888"/>
            <a:ext cx="180000" cy="180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3D094B5-452D-DD45-40F0-D024BB47E747}"/>
              </a:ext>
            </a:extLst>
          </p:cNvPr>
          <p:cNvSpPr/>
          <p:nvPr/>
        </p:nvSpPr>
        <p:spPr>
          <a:xfrm>
            <a:off x="2493929" y="5106397"/>
            <a:ext cx="8643628" cy="288000"/>
          </a:xfrm>
          <a:prstGeom prst="roundRect">
            <a:avLst>
              <a:gd name="adj" fmla="val 27151"/>
            </a:avLst>
          </a:prstGeom>
          <a:solidFill>
            <a:schemeClr val="bg1">
              <a:alpha val="7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999	     System	              	             Critical error occurred						      01             17:36, 30/11/2026  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5D0EEAC5-ADBB-F6CD-8E9C-BC6CA3299E44}"/>
              </a:ext>
            </a:extLst>
          </p:cNvPr>
          <p:cNvSpPr/>
          <p:nvPr/>
        </p:nvSpPr>
        <p:spPr>
          <a:xfrm>
            <a:off x="2493929" y="5471022"/>
            <a:ext cx="8643628" cy="288000"/>
          </a:xfrm>
          <a:prstGeom prst="roundRect">
            <a:avLst>
              <a:gd name="adj" fmla="val 27151"/>
            </a:avLst>
          </a:prstGeom>
          <a:solidFill>
            <a:schemeClr val="bg1">
              <a:alpha val="7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75000"/>
                  </a:schemeClr>
                </a:solidFill>
              </a:rPr>
              <a:t>000	     System	              	             System iPark initialize						      01             05:30, 30/11/2026  </a:t>
            </a:r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2" name="Isosceles Triangle 61">
            <a:extLst>
              <a:ext uri="{FF2B5EF4-FFF2-40B4-BE49-F238E27FC236}">
                <a16:creationId xmlns:a16="http://schemas.microsoft.com/office/drawing/2014/main" id="{5D6C22DB-A34F-942A-3AD1-AB6D004A0691}"/>
              </a:ext>
            </a:extLst>
          </p:cNvPr>
          <p:cNvSpPr/>
          <p:nvPr/>
        </p:nvSpPr>
        <p:spPr>
          <a:xfrm rot="10800000">
            <a:off x="10998888" y="1882481"/>
            <a:ext cx="102555" cy="88410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ADB0E21F-D564-8AEF-CA77-C5FDE7336D7A}"/>
              </a:ext>
            </a:extLst>
          </p:cNvPr>
          <p:cNvSpPr/>
          <p:nvPr/>
        </p:nvSpPr>
        <p:spPr>
          <a:xfrm>
            <a:off x="2223930" y="1855431"/>
            <a:ext cx="144000" cy="144000"/>
          </a:xfrm>
          <a:prstGeom prst="roundRect">
            <a:avLst>
              <a:gd name="adj" fmla="val 27151"/>
            </a:avLst>
          </a:prstGeom>
          <a:solidFill>
            <a:schemeClr val="bg1"/>
          </a:solidFill>
          <a:ln w="381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63E5411-5A34-C64F-BE51-A6A1411D7EE0}"/>
              </a:ext>
            </a:extLst>
          </p:cNvPr>
          <p:cNvSpPr/>
          <p:nvPr/>
        </p:nvSpPr>
        <p:spPr>
          <a:xfrm>
            <a:off x="8712000" y="1427108"/>
            <a:ext cx="2529935" cy="207620"/>
          </a:xfrm>
          <a:prstGeom prst="roundRect">
            <a:avLst>
              <a:gd name="adj" fmla="val 5000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000" dirty="0">
                <a:solidFill>
                  <a:schemeClr val="tx2">
                    <a:alpha val="50000"/>
                  </a:schemeClr>
                </a:solidFill>
              </a:rPr>
              <a:t>Recording stopped at 14:14, 01/01/2027</a:t>
            </a:r>
            <a:endParaRPr lang="vi-VN" sz="1000" dirty="0">
              <a:solidFill>
                <a:schemeClr val="tx2">
                  <a:alpha val="50000"/>
                </a:schemeClr>
              </a:solidFill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23D2EBCA-3303-71C1-FA2E-0C6F90177D29}"/>
              </a:ext>
            </a:extLst>
          </p:cNvPr>
          <p:cNvSpPr/>
          <p:nvPr/>
        </p:nvSpPr>
        <p:spPr>
          <a:xfrm>
            <a:off x="9468489" y="5903243"/>
            <a:ext cx="1043510" cy="362144"/>
          </a:xfrm>
          <a:prstGeom prst="roundRect">
            <a:avLst>
              <a:gd name="adj" fmla="val 5000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Items/page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533DBCF1-5096-7242-2C7C-BFF33E846C77}"/>
              </a:ext>
            </a:extLst>
          </p:cNvPr>
          <p:cNvSpPr/>
          <p:nvPr/>
        </p:nvSpPr>
        <p:spPr>
          <a:xfrm>
            <a:off x="10515600" y="5898240"/>
            <a:ext cx="726335" cy="362144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100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12AC9808-91C3-A445-E47E-A89576701ADA}"/>
              </a:ext>
            </a:extLst>
          </p:cNvPr>
          <p:cNvSpPr/>
          <p:nvPr/>
        </p:nvSpPr>
        <p:spPr>
          <a:xfrm>
            <a:off x="6408000" y="935746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bg1">
              <a:lumMod val="85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21F48D59-4F97-09A9-AF42-0D9EFE31042A}"/>
              </a:ext>
            </a:extLst>
          </p:cNvPr>
          <p:cNvSpPr/>
          <p:nvPr/>
        </p:nvSpPr>
        <p:spPr>
          <a:xfrm>
            <a:off x="2853928" y="5903243"/>
            <a:ext cx="641392" cy="362144"/>
          </a:xfrm>
          <a:prstGeom prst="roundRect">
            <a:avLst>
              <a:gd name="adj" fmla="val 5000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Page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407047BC-73E7-3A02-D012-0A2D2501257A}"/>
              </a:ext>
            </a:extLst>
          </p:cNvPr>
          <p:cNvSpPr/>
          <p:nvPr/>
        </p:nvSpPr>
        <p:spPr>
          <a:xfrm>
            <a:off x="3490859" y="5898240"/>
            <a:ext cx="1114808" cy="362144"/>
          </a:xfrm>
          <a:prstGeom prst="roundRect">
            <a:avLst>
              <a:gd name="adj" fmla="val 50000"/>
            </a:avLst>
          </a:prstGeom>
          <a:solidFill>
            <a:srgbClr val="E3F6FD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                100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9082D249-446A-55B8-C4C0-90269322BFDE}"/>
              </a:ext>
            </a:extLst>
          </p:cNvPr>
          <p:cNvSpPr/>
          <p:nvPr/>
        </p:nvSpPr>
        <p:spPr>
          <a:xfrm>
            <a:off x="3498920" y="5898240"/>
            <a:ext cx="610484" cy="362144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1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39BC7790-4010-E061-199C-83FBBC0882C4}"/>
              </a:ext>
            </a:extLst>
          </p:cNvPr>
          <p:cNvSpPr/>
          <p:nvPr/>
        </p:nvSpPr>
        <p:spPr>
          <a:xfrm>
            <a:off x="2056530" y="5899312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bg1">
              <a:lumMod val="95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87415954-0407-D4D3-0C9B-EDE0225F24BB}"/>
              </a:ext>
            </a:extLst>
          </p:cNvPr>
          <p:cNvSpPr/>
          <p:nvPr/>
        </p:nvSpPr>
        <p:spPr>
          <a:xfrm>
            <a:off x="2493928" y="5899312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2C9DAEB6-B887-7005-ADE1-085A15282BF3}"/>
              </a:ext>
            </a:extLst>
          </p:cNvPr>
          <p:cNvSpPr/>
          <p:nvPr/>
        </p:nvSpPr>
        <p:spPr>
          <a:xfrm>
            <a:off x="7308000" y="1015250"/>
            <a:ext cx="1158733" cy="207620"/>
          </a:xfrm>
          <a:prstGeom prst="roundRect">
            <a:avLst>
              <a:gd name="adj" fmla="val 50000"/>
            </a:avLst>
          </a:prstGeom>
          <a:noFill/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2">
                    <a:alpha val="50000"/>
                  </a:schemeClr>
                </a:solidFill>
              </a:rPr>
              <a:t>99999 results</a:t>
            </a:r>
            <a:endParaRPr lang="vi-VN" sz="1000" dirty="0">
              <a:solidFill>
                <a:schemeClr val="tx2">
                  <a:alpha val="50000"/>
                </a:schemeClr>
              </a:solidFill>
            </a:endParaRP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E73F057B-994D-A423-84C5-BCF8D2E8EE4A}"/>
              </a:ext>
            </a:extLst>
          </p:cNvPr>
          <p:cNvSpPr/>
          <p:nvPr/>
        </p:nvSpPr>
        <p:spPr>
          <a:xfrm rot="16200000">
            <a:off x="9479290" y="3938894"/>
            <a:ext cx="3710731" cy="64709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C51ED740-EFE4-D3CB-5F10-617DB909E611}"/>
              </a:ext>
            </a:extLst>
          </p:cNvPr>
          <p:cNvSpPr/>
          <p:nvPr/>
        </p:nvSpPr>
        <p:spPr>
          <a:xfrm rot="16200000">
            <a:off x="11145005" y="3276854"/>
            <a:ext cx="379305" cy="102555"/>
          </a:xfrm>
          <a:prstGeom prst="roundRect">
            <a:avLst>
              <a:gd name="adj" fmla="val 50000"/>
            </a:avLst>
          </a:prstGeom>
          <a:solidFill>
            <a:schemeClr val="accent4">
              <a:lumMod val="5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422530D8-69B3-2752-0D53-9EC90CEB2F05}"/>
              </a:ext>
            </a:extLst>
          </p:cNvPr>
          <p:cNvSpPr/>
          <p:nvPr/>
        </p:nvSpPr>
        <p:spPr>
          <a:xfrm>
            <a:off x="11254714" y="2112351"/>
            <a:ext cx="161122" cy="16112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0" name="Isosceles Triangle 89">
            <a:extLst>
              <a:ext uri="{FF2B5EF4-FFF2-40B4-BE49-F238E27FC236}">
                <a16:creationId xmlns:a16="http://schemas.microsoft.com/office/drawing/2014/main" id="{1F554BE4-C639-643B-E0DC-8FDC5246E9C8}"/>
              </a:ext>
            </a:extLst>
          </p:cNvPr>
          <p:cNvSpPr/>
          <p:nvPr/>
        </p:nvSpPr>
        <p:spPr>
          <a:xfrm>
            <a:off x="11303740" y="2158973"/>
            <a:ext cx="64709" cy="55784"/>
          </a:xfrm>
          <a:prstGeom prst="triangle">
            <a:avLst/>
          </a:prstGeom>
          <a:solidFill>
            <a:schemeClr val="accent4">
              <a:lumMod val="50000"/>
            </a:schemeClr>
          </a:solidFill>
          <a:ln cap="rnd">
            <a:solidFill>
              <a:schemeClr val="accent4">
                <a:lumMod val="5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49654B56-7BD7-FFB5-92EA-DD916B3FC0E1}"/>
              </a:ext>
            </a:extLst>
          </p:cNvPr>
          <p:cNvSpPr/>
          <p:nvPr/>
        </p:nvSpPr>
        <p:spPr>
          <a:xfrm>
            <a:off x="11254714" y="5665492"/>
            <a:ext cx="161122" cy="16112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2" name="Isosceles Triangle 91">
            <a:extLst>
              <a:ext uri="{FF2B5EF4-FFF2-40B4-BE49-F238E27FC236}">
                <a16:creationId xmlns:a16="http://schemas.microsoft.com/office/drawing/2014/main" id="{48CCB858-6CB2-0E1F-54FB-946C18A44E24}"/>
              </a:ext>
            </a:extLst>
          </p:cNvPr>
          <p:cNvSpPr/>
          <p:nvPr/>
        </p:nvSpPr>
        <p:spPr>
          <a:xfrm rot="10800000">
            <a:off x="11303740" y="5729828"/>
            <a:ext cx="64709" cy="55784"/>
          </a:xfrm>
          <a:prstGeom prst="triangle">
            <a:avLst/>
          </a:prstGeom>
          <a:solidFill>
            <a:schemeClr val="accent4">
              <a:lumMod val="50000"/>
            </a:schemeClr>
          </a:solidFill>
          <a:ln cap="rnd">
            <a:solidFill>
              <a:schemeClr val="accent4">
                <a:lumMod val="5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B99C5A49-12BF-0859-5A4B-365B397DE37E}"/>
              </a:ext>
            </a:extLst>
          </p:cNvPr>
          <p:cNvSpPr/>
          <p:nvPr/>
        </p:nvSpPr>
        <p:spPr>
          <a:xfrm>
            <a:off x="2125658" y="1353753"/>
            <a:ext cx="1006162" cy="360000"/>
          </a:xfrm>
          <a:prstGeom prst="roundRect">
            <a:avLst>
              <a:gd name="adj" fmla="val 50000"/>
            </a:avLst>
          </a:prstGeom>
          <a:solidFill>
            <a:srgbClr val="E3F6FD"/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>
                    <a:lumMod val="50000"/>
                  </a:schemeClr>
                </a:solidFill>
              </a:rPr>
              <a:t>             3</a:t>
            </a:r>
            <a:endParaRPr lang="vi-VN" sz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84808187-BD58-671B-BE5C-EE87E8BBC4AB}"/>
              </a:ext>
            </a:extLst>
          </p:cNvPr>
          <p:cNvSpPr/>
          <p:nvPr/>
        </p:nvSpPr>
        <p:spPr>
          <a:xfrm>
            <a:off x="2125659" y="1353933"/>
            <a:ext cx="360000" cy="360000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94" name="Graphic 93" descr="Close with solid fill">
            <a:extLst>
              <a:ext uri="{FF2B5EF4-FFF2-40B4-BE49-F238E27FC236}">
                <a16:creationId xmlns:a16="http://schemas.microsoft.com/office/drawing/2014/main" id="{B122B86F-A043-21D1-3B67-83706A87B65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20395" y="1448683"/>
            <a:ext cx="180000" cy="180000"/>
          </a:xfrm>
          <a:prstGeom prst="rect">
            <a:avLst/>
          </a:prstGeom>
        </p:spPr>
      </p:pic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1A5B3B01-84E4-7D27-F464-0F3A3522E770}"/>
              </a:ext>
            </a:extLst>
          </p:cNvPr>
          <p:cNvSpPr/>
          <p:nvPr/>
        </p:nvSpPr>
        <p:spPr>
          <a:xfrm>
            <a:off x="7488683" y="1341299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C</a:t>
            </a:r>
            <a:endParaRPr lang="vi-VN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F5B7DB6E-A741-ECDC-2B8A-CE74966B12DF}"/>
              </a:ext>
            </a:extLst>
          </p:cNvPr>
          <p:cNvSpPr/>
          <p:nvPr/>
        </p:nvSpPr>
        <p:spPr>
          <a:xfrm>
            <a:off x="8025695" y="1341299"/>
            <a:ext cx="360000" cy="360000"/>
          </a:xfrm>
          <a:prstGeom prst="roundRect">
            <a:avLst>
              <a:gd name="adj" fmla="val 27151"/>
            </a:avLst>
          </a:prstGeom>
          <a:solidFill>
            <a:schemeClr val="accent4">
              <a:lumMod val="20000"/>
              <a:lumOff val="80000"/>
            </a:schemeClr>
          </a:solidFill>
          <a:ln w="635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D</a:t>
            </a:r>
            <a:endParaRPr lang="vi-VN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4263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854</TotalTime>
  <Words>1435</Words>
  <Application>Microsoft Office PowerPoint</Application>
  <PresentationFormat>Custom</PresentationFormat>
  <Paragraphs>303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Compacta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Hưng Thịnh Nguyễn</dc:creator>
  <cp:lastModifiedBy>Hưng Thịnh Nguyễn</cp:lastModifiedBy>
  <cp:revision>18</cp:revision>
  <dcterms:created xsi:type="dcterms:W3CDTF">2026-04-05T14:20:28Z</dcterms:created>
  <dcterms:modified xsi:type="dcterms:W3CDTF">2026-04-09T13:31:34Z</dcterms:modified>
</cp:coreProperties>
</file>