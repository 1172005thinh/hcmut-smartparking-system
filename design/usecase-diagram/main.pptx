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6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0313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546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210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9725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86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43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762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4782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967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283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93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470F9-24F5-4294-9C89-B1EBC74BAF14}" type="datetimeFigureOut">
              <a:rPr lang="vi-VN" smtClean="0"/>
              <a:t>25/03/2026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ECEE8-9CF5-4B11-A080-030C850F27D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734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>
            <a:extLst>
              <a:ext uri="{FF2B5EF4-FFF2-40B4-BE49-F238E27FC236}">
                <a16:creationId xmlns:a16="http://schemas.microsoft.com/office/drawing/2014/main" id="{29850440-CD63-C9A0-CF2C-6BEF52742CD4}"/>
              </a:ext>
            </a:extLst>
          </p:cNvPr>
          <p:cNvSpPr/>
          <p:nvPr/>
        </p:nvSpPr>
        <p:spPr>
          <a:xfrm>
            <a:off x="0" y="0"/>
            <a:ext cx="10799763" cy="10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12E21E-D950-68E1-74C5-5E83052A1017}"/>
              </a:ext>
            </a:extLst>
          </p:cNvPr>
          <p:cNvGrpSpPr/>
          <p:nvPr/>
        </p:nvGrpSpPr>
        <p:grpSpPr>
          <a:xfrm>
            <a:off x="272518" y="1147531"/>
            <a:ext cx="1080000" cy="1800000"/>
            <a:chOff x="276735" y="528909"/>
            <a:chExt cx="1080000" cy="180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FB7822-38F7-2D7C-549C-390E4E8568A2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5" name="Graphic 4" descr="Man with solid fill">
              <a:extLst>
                <a:ext uri="{FF2B5EF4-FFF2-40B4-BE49-F238E27FC236}">
                  <a16:creationId xmlns:a16="http://schemas.microsoft.com/office/drawing/2014/main" id="{A4875F68-27D0-33E3-8A0F-2704DD97F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3316CF-5F86-D554-EF74-A4076F8F7D42}"/>
                </a:ext>
              </a:extLst>
            </p:cNvPr>
            <p:cNvSpPr txBox="1"/>
            <p:nvPr/>
          </p:nvSpPr>
          <p:spPr>
            <a:xfrm>
              <a:off x="352023" y="1821077"/>
              <a:ext cx="92942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</a:rPr>
                <a:t>Guests</a:t>
              </a:r>
              <a:endParaRPr lang="vi-VN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5606C1-75D9-0D20-E45D-38398156E4D4}"/>
              </a:ext>
            </a:extLst>
          </p:cNvPr>
          <p:cNvGrpSpPr/>
          <p:nvPr/>
        </p:nvGrpSpPr>
        <p:grpSpPr>
          <a:xfrm>
            <a:off x="276735" y="3555333"/>
            <a:ext cx="1080000" cy="1800000"/>
            <a:chOff x="276735" y="528909"/>
            <a:chExt cx="1080000" cy="1800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BA8C1E-CA44-698B-B4FE-3D4259589F0E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1" name="Graphic 10" descr="Man with solid fill">
              <a:extLst>
                <a:ext uri="{FF2B5EF4-FFF2-40B4-BE49-F238E27FC236}">
                  <a16:creationId xmlns:a16="http://schemas.microsoft.com/office/drawing/2014/main" id="{2DC8E286-1129-F2BB-FC36-4C676D970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6F30D4-95CB-D513-44EB-2D82CE2AE9E7}"/>
                </a:ext>
              </a:extLst>
            </p:cNvPr>
            <p:cNvSpPr txBox="1"/>
            <p:nvPr/>
          </p:nvSpPr>
          <p:spPr>
            <a:xfrm>
              <a:off x="333685" y="1682578"/>
              <a:ext cx="966098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4">
                      <a:lumMod val="75000"/>
                    </a:schemeClr>
                  </a:solidFill>
                </a:rPr>
                <a:t>Parking</a:t>
              </a:r>
            </a:p>
            <a:p>
              <a:pPr algn="ctr"/>
              <a:r>
                <a:rPr lang="en-US" b="1" dirty="0">
                  <a:solidFill>
                    <a:schemeClr val="accent4">
                      <a:lumMod val="75000"/>
                    </a:schemeClr>
                  </a:solidFill>
                </a:rPr>
                <a:t>Staffs</a:t>
              </a:r>
              <a:endParaRPr lang="vi-VN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2F776F-CA27-47E8-50A9-CEB7A964F363}"/>
              </a:ext>
            </a:extLst>
          </p:cNvPr>
          <p:cNvGrpSpPr/>
          <p:nvPr/>
        </p:nvGrpSpPr>
        <p:grpSpPr>
          <a:xfrm>
            <a:off x="230997" y="5963135"/>
            <a:ext cx="1171475" cy="1800000"/>
            <a:chOff x="230997" y="528909"/>
            <a:chExt cx="1171475" cy="1800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195912-BDEB-E0CB-9198-68D814D17195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5" name="Graphic 14" descr="Man with solid fill">
              <a:extLst>
                <a:ext uri="{FF2B5EF4-FFF2-40B4-BE49-F238E27FC236}">
                  <a16:creationId xmlns:a16="http://schemas.microsoft.com/office/drawing/2014/main" id="{5DBE0BC0-B889-E238-5FB8-CB9C5997B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B7F45D-9E67-D820-7D31-2E91B13F6C85}"/>
                </a:ext>
              </a:extLst>
            </p:cNvPr>
            <p:cNvSpPr txBox="1"/>
            <p:nvPr/>
          </p:nvSpPr>
          <p:spPr>
            <a:xfrm>
              <a:off x="230997" y="1682578"/>
              <a:ext cx="1171475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HCMUT</a:t>
              </a:r>
            </a:p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Members</a:t>
              </a:r>
              <a:endParaRPr lang="vi-VN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6CCC03D-AC83-BD56-FAAD-EA0C80A60208}"/>
              </a:ext>
            </a:extLst>
          </p:cNvPr>
          <p:cNvGrpSpPr/>
          <p:nvPr/>
        </p:nvGrpSpPr>
        <p:grpSpPr>
          <a:xfrm>
            <a:off x="276735" y="8347531"/>
            <a:ext cx="1080000" cy="1800000"/>
            <a:chOff x="276735" y="528909"/>
            <a:chExt cx="1080000" cy="1800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DD1844-E30A-6FBC-E4BE-8D22358493B7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9" name="Graphic 18" descr="Man with solid fill">
              <a:extLst>
                <a:ext uri="{FF2B5EF4-FFF2-40B4-BE49-F238E27FC236}">
                  <a16:creationId xmlns:a16="http://schemas.microsoft.com/office/drawing/2014/main" id="{1BE8AC9B-9946-11E8-EACB-40ABF7FD8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424732-C262-29E6-4DA3-8C771F3E3176}"/>
                </a:ext>
              </a:extLst>
            </p:cNvPr>
            <p:cNvSpPr txBox="1"/>
            <p:nvPr/>
          </p:nvSpPr>
          <p:spPr>
            <a:xfrm>
              <a:off x="333685" y="1682578"/>
              <a:ext cx="966098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Parking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Admin</a:t>
              </a:r>
              <a:endParaRPr lang="vi-VN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791CB37-814E-A0B3-8C70-F6F520E87419}"/>
              </a:ext>
            </a:extLst>
          </p:cNvPr>
          <p:cNvSpPr/>
          <p:nvPr/>
        </p:nvSpPr>
        <p:spPr>
          <a:xfrm>
            <a:off x="2404019" y="445769"/>
            <a:ext cx="6480000" cy="9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F7BE92-7F1B-0811-47B5-F8916E9CB709}"/>
              </a:ext>
            </a:extLst>
          </p:cNvPr>
          <p:cNvGrpSpPr/>
          <p:nvPr/>
        </p:nvGrpSpPr>
        <p:grpSpPr>
          <a:xfrm>
            <a:off x="9305491" y="1147531"/>
            <a:ext cx="1080000" cy="1800000"/>
            <a:chOff x="276735" y="528909"/>
            <a:chExt cx="1080000" cy="1800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77D45E-C79F-A43D-853A-EB0E8C2DA37F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24" name="Graphic 23" descr="Man with solid fill">
              <a:extLst>
                <a:ext uri="{FF2B5EF4-FFF2-40B4-BE49-F238E27FC236}">
                  <a16:creationId xmlns:a16="http://schemas.microsoft.com/office/drawing/2014/main" id="{585D8569-F442-ABF4-1535-982EB85D9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B75545-2954-41A7-BB7B-275A930B8329}"/>
                </a:ext>
              </a:extLst>
            </p:cNvPr>
            <p:cNvSpPr txBox="1"/>
            <p:nvPr/>
          </p:nvSpPr>
          <p:spPr>
            <a:xfrm>
              <a:off x="325256" y="1682578"/>
              <a:ext cx="982961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HCMUT</a:t>
              </a:r>
            </a:p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SSO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9870AD-262B-D18B-5CF8-3389B929F238}"/>
              </a:ext>
            </a:extLst>
          </p:cNvPr>
          <p:cNvGrpSpPr/>
          <p:nvPr/>
        </p:nvGrpSpPr>
        <p:grpSpPr>
          <a:xfrm>
            <a:off x="9180407" y="8347531"/>
            <a:ext cx="1330172" cy="1800000"/>
            <a:chOff x="151651" y="528909"/>
            <a:chExt cx="1330172" cy="1800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A16211-A49E-2C25-2E49-4BEEEB75D389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28" name="Graphic 27" descr="Man with solid fill">
              <a:extLst>
                <a:ext uri="{FF2B5EF4-FFF2-40B4-BE49-F238E27FC236}">
                  <a16:creationId xmlns:a16="http://schemas.microsoft.com/office/drawing/2014/main" id="{9CF6C06E-0382-6E4D-F31B-28F7A6622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08BDE2-7BAB-B872-6C23-B9C29C823FEB}"/>
                </a:ext>
              </a:extLst>
            </p:cNvPr>
            <p:cNvSpPr txBox="1"/>
            <p:nvPr/>
          </p:nvSpPr>
          <p:spPr>
            <a:xfrm>
              <a:off x="151651" y="1682578"/>
              <a:ext cx="1330172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HCMUT</a:t>
              </a:r>
            </a:p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DATACORE</a:t>
              </a:r>
              <a:endParaRPr lang="vi-VN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2F1273-A5CB-54E1-F05F-1EDC5ED56E64}"/>
              </a:ext>
            </a:extLst>
          </p:cNvPr>
          <p:cNvGrpSpPr/>
          <p:nvPr/>
        </p:nvGrpSpPr>
        <p:grpSpPr>
          <a:xfrm>
            <a:off x="9305491" y="4776804"/>
            <a:ext cx="1080000" cy="1800000"/>
            <a:chOff x="276735" y="528909"/>
            <a:chExt cx="1080000" cy="1800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4B52EA-AAA4-1AFB-A3B9-4A67C372BCC6}"/>
                </a:ext>
              </a:extLst>
            </p:cNvPr>
            <p:cNvSpPr/>
            <p:nvPr/>
          </p:nvSpPr>
          <p:spPr>
            <a:xfrm>
              <a:off x="276735" y="528909"/>
              <a:ext cx="108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32" name="Graphic 31" descr="Man with solid fill">
              <a:extLst>
                <a:ext uri="{FF2B5EF4-FFF2-40B4-BE49-F238E27FC236}">
                  <a16:creationId xmlns:a16="http://schemas.microsoft.com/office/drawing/2014/main" id="{5EE0B43C-A8C1-7D91-8930-44DAC69EE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76735" y="602578"/>
              <a:ext cx="1080000" cy="108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7912531-1010-47F6-6074-5D70B8A71314}"/>
                </a:ext>
              </a:extLst>
            </p:cNvPr>
            <p:cNvSpPr txBox="1"/>
            <p:nvPr/>
          </p:nvSpPr>
          <p:spPr>
            <a:xfrm>
              <a:off x="394987" y="1821077"/>
              <a:ext cx="843501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/>
                <a:t>BKPay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34B92B4-BB5B-0744-E0EB-39483A9343B7}"/>
              </a:ext>
            </a:extLst>
          </p:cNvPr>
          <p:cNvSpPr txBox="1"/>
          <p:nvPr/>
        </p:nvSpPr>
        <p:spPr>
          <a:xfrm>
            <a:off x="3618208" y="511499"/>
            <a:ext cx="4051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HCMUT Parking Management System</a:t>
            </a:r>
            <a:endParaRPr lang="vi-VN" b="1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C44F78D-9C44-50F1-707E-9FB9E5F8B0EB}"/>
              </a:ext>
            </a:extLst>
          </p:cNvPr>
          <p:cNvSpPr/>
          <p:nvPr/>
        </p:nvSpPr>
        <p:spPr>
          <a:xfrm>
            <a:off x="3104922" y="6028581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Proc. in for mem.</a:t>
            </a:r>
            <a:endParaRPr lang="vi-V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51EC4FE-2FF8-AED6-647D-D8397830ADF9}"/>
              </a:ext>
            </a:extLst>
          </p:cNvPr>
          <p:cNvSpPr/>
          <p:nvPr/>
        </p:nvSpPr>
        <p:spPr>
          <a:xfrm>
            <a:off x="3104922" y="6594703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Proc. out for mem.</a:t>
            </a:r>
            <a:endParaRPr lang="vi-V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54F4140-9349-2219-EC76-1B12D45138FC}"/>
              </a:ext>
            </a:extLst>
          </p:cNvPr>
          <p:cNvSpPr/>
          <p:nvPr/>
        </p:nvSpPr>
        <p:spPr>
          <a:xfrm>
            <a:off x="3104922" y="7169506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Parking subs. fee</a:t>
            </a:r>
            <a:endParaRPr lang="vi-V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E9133E-39F5-1363-9099-82C39345623D}"/>
              </a:ext>
            </a:extLst>
          </p:cNvPr>
          <p:cNvSpPr/>
          <p:nvPr/>
        </p:nvSpPr>
        <p:spPr>
          <a:xfrm>
            <a:off x="3104922" y="3941904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View empty slots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4AB6BD7-70F3-69B2-A5FA-AC05788AF00D}"/>
              </a:ext>
            </a:extLst>
          </p:cNvPr>
          <p:cNvSpPr/>
          <p:nvPr/>
        </p:nvSpPr>
        <p:spPr>
          <a:xfrm>
            <a:off x="3104922" y="1241726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Proc. in for guests</a:t>
            </a:r>
            <a:endParaRPr lang="vi-V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FD836FA-4AE7-9C03-D94D-CA43366C5950}"/>
              </a:ext>
            </a:extLst>
          </p:cNvPr>
          <p:cNvSpPr/>
          <p:nvPr/>
        </p:nvSpPr>
        <p:spPr>
          <a:xfrm>
            <a:off x="3104922" y="1807848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Proc. out for guests</a:t>
            </a:r>
            <a:endParaRPr lang="vi-V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570B57C-EA66-A6B5-CE36-69C1EA1AFB44}"/>
              </a:ext>
            </a:extLst>
          </p:cNvPr>
          <p:cNvSpPr/>
          <p:nvPr/>
        </p:nvSpPr>
        <p:spPr>
          <a:xfrm>
            <a:off x="3104922" y="2373970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Pay via QR/Cash</a:t>
            </a:r>
            <a:endParaRPr lang="vi-V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F86774B-3FD7-CA68-2405-28208FE2DF65}"/>
              </a:ext>
            </a:extLst>
          </p:cNvPr>
          <p:cNvSpPr/>
          <p:nvPr/>
        </p:nvSpPr>
        <p:spPr>
          <a:xfrm>
            <a:off x="3104922" y="9030000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Monitor/conf. sys.</a:t>
            </a:r>
            <a:endParaRPr lang="vi-V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7AFF6CE-A751-65C0-ABB6-3AC165FF1614}"/>
              </a:ext>
            </a:extLst>
          </p:cNvPr>
          <p:cNvSpPr/>
          <p:nvPr/>
        </p:nvSpPr>
        <p:spPr>
          <a:xfrm>
            <a:off x="5994470" y="6269942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Auth. members</a:t>
            </a:r>
            <a:endParaRPr lang="vi-VN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9ACE513-2BEB-11A3-38D9-2D978FD3ADE5}"/>
              </a:ext>
            </a:extLst>
          </p:cNvPr>
          <p:cNvSpPr/>
          <p:nvPr/>
        </p:nvSpPr>
        <p:spPr>
          <a:xfrm>
            <a:off x="3104922" y="4516707"/>
            <a:ext cx="2340000" cy="43506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Spec. occ. handling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4E37F6D-5EC7-9F44-FEF3-3C1527DAC556}"/>
              </a:ext>
            </a:extLst>
          </p:cNvPr>
          <p:cNvCxnSpPr>
            <a:stCxn id="7" idx="3"/>
            <a:endCxn id="41" idx="1"/>
          </p:cNvCxnSpPr>
          <p:nvPr/>
        </p:nvCxnSpPr>
        <p:spPr>
          <a:xfrm flipV="1">
            <a:off x="1352518" y="1459257"/>
            <a:ext cx="1752404" cy="588274"/>
          </a:xfrm>
          <a:prstGeom prst="line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42403F-EEBA-9B6E-DF31-D0DBCB90F28A}"/>
              </a:ext>
            </a:extLst>
          </p:cNvPr>
          <p:cNvCxnSpPr>
            <a:cxnSpLocks/>
            <a:stCxn id="7" idx="3"/>
            <a:endCxn id="42" idx="1"/>
          </p:cNvCxnSpPr>
          <p:nvPr/>
        </p:nvCxnSpPr>
        <p:spPr>
          <a:xfrm flipV="1">
            <a:off x="1352518" y="2025379"/>
            <a:ext cx="1752404" cy="22152"/>
          </a:xfrm>
          <a:prstGeom prst="line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10D2137-9810-52FE-ADD7-BA53FD620408}"/>
              </a:ext>
            </a:extLst>
          </p:cNvPr>
          <p:cNvCxnSpPr>
            <a:cxnSpLocks/>
            <a:stCxn id="7" idx="3"/>
            <a:endCxn id="43" idx="1"/>
          </p:cNvCxnSpPr>
          <p:nvPr/>
        </p:nvCxnSpPr>
        <p:spPr>
          <a:xfrm>
            <a:off x="1352518" y="2047531"/>
            <a:ext cx="1752404" cy="543970"/>
          </a:xfrm>
          <a:prstGeom prst="line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31E0C9D-4124-EF7D-825B-BE23DD3DC122}"/>
              </a:ext>
            </a:extLst>
          </p:cNvPr>
          <p:cNvCxnSpPr>
            <a:cxnSpLocks/>
            <a:stCxn id="10" idx="3"/>
            <a:endCxn id="40" idx="1"/>
          </p:cNvCxnSpPr>
          <p:nvPr/>
        </p:nvCxnSpPr>
        <p:spPr>
          <a:xfrm flipV="1">
            <a:off x="1356735" y="4159435"/>
            <a:ext cx="1748187" cy="295898"/>
          </a:xfrm>
          <a:prstGeom prst="line">
            <a:avLst/>
          </a:prstGeom>
          <a:ln w="38100" cap="rnd">
            <a:solidFill>
              <a:schemeClr val="accent4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D830BE5-D80F-7DC0-CB1D-529E51D2BD89}"/>
              </a:ext>
            </a:extLst>
          </p:cNvPr>
          <p:cNvCxnSpPr>
            <a:cxnSpLocks/>
            <a:stCxn id="10" idx="3"/>
            <a:endCxn id="46" idx="1"/>
          </p:cNvCxnSpPr>
          <p:nvPr/>
        </p:nvCxnSpPr>
        <p:spPr>
          <a:xfrm>
            <a:off x="1356735" y="4455333"/>
            <a:ext cx="1748187" cy="278905"/>
          </a:xfrm>
          <a:prstGeom prst="line">
            <a:avLst/>
          </a:prstGeom>
          <a:ln w="38100" cap="rnd">
            <a:solidFill>
              <a:schemeClr val="accent4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CD4B0FC-A87A-B232-7963-1680E52C92D0}"/>
              </a:ext>
            </a:extLst>
          </p:cNvPr>
          <p:cNvCxnSpPr>
            <a:cxnSpLocks/>
            <a:stCxn id="14" idx="3"/>
            <a:endCxn id="35" idx="1"/>
          </p:cNvCxnSpPr>
          <p:nvPr/>
        </p:nvCxnSpPr>
        <p:spPr>
          <a:xfrm flipV="1">
            <a:off x="1356735" y="6246112"/>
            <a:ext cx="1748187" cy="617023"/>
          </a:xfrm>
          <a:prstGeom prst="line">
            <a:avLst/>
          </a:prstGeom>
          <a:ln w="38100"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E7B430B-02DF-8C68-E252-7B13F8D5BF29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 flipV="1">
            <a:off x="1356735" y="6812234"/>
            <a:ext cx="1748187" cy="50901"/>
          </a:xfrm>
          <a:prstGeom prst="line">
            <a:avLst/>
          </a:prstGeom>
          <a:ln w="38100"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9BD7D13-9CBD-0845-102A-ED270E8A3601}"/>
              </a:ext>
            </a:extLst>
          </p:cNvPr>
          <p:cNvCxnSpPr>
            <a:cxnSpLocks/>
            <a:stCxn id="14" idx="3"/>
            <a:endCxn id="37" idx="1"/>
          </p:cNvCxnSpPr>
          <p:nvPr/>
        </p:nvCxnSpPr>
        <p:spPr>
          <a:xfrm>
            <a:off x="1356735" y="6863135"/>
            <a:ext cx="1748187" cy="523902"/>
          </a:xfrm>
          <a:prstGeom prst="line">
            <a:avLst/>
          </a:prstGeom>
          <a:ln w="38100"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59C4F2-3977-6763-F82B-FF8B53A20FD7}"/>
              </a:ext>
            </a:extLst>
          </p:cNvPr>
          <p:cNvCxnSpPr>
            <a:cxnSpLocks/>
            <a:stCxn id="18" idx="3"/>
            <a:endCxn id="44" idx="1"/>
          </p:cNvCxnSpPr>
          <p:nvPr/>
        </p:nvCxnSpPr>
        <p:spPr>
          <a:xfrm>
            <a:off x="1356735" y="9247531"/>
            <a:ext cx="1748187" cy="0"/>
          </a:xfrm>
          <a:prstGeom prst="line">
            <a:avLst/>
          </a:prstGeom>
          <a:ln w="38100" cap="rnd">
            <a:solidFill>
              <a:schemeClr val="accent5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Curved 117">
            <a:extLst>
              <a:ext uri="{FF2B5EF4-FFF2-40B4-BE49-F238E27FC236}">
                <a16:creationId xmlns:a16="http://schemas.microsoft.com/office/drawing/2014/main" id="{0CD94E30-3F46-8CAF-5DEC-C4872B2F5DC3}"/>
              </a:ext>
            </a:extLst>
          </p:cNvPr>
          <p:cNvCxnSpPr>
            <a:cxnSpLocks/>
            <a:stCxn id="40" idx="1"/>
            <a:endCxn id="7" idx="3"/>
          </p:cNvCxnSpPr>
          <p:nvPr/>
        </p:nvCxnSpPr>
        <p:spPr>
          <a:xfrm rot="10800000">
            <a:off x="1352518" y="2047531"/>
            <a:ext cx="1752404" cy="2111904"/>
          </a:xfrm>
          <a:prstGeom prst="curvedConnector3">
            <a:avLst>
              <a:gd name="adj1" fmla="val 50703"/>
            </a:avLst>
          </a:prstGeom>
          <a:ln w="38100" cap="rnd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Curved 122">
            <a:extLst>
              <a:ext uri="{FF2B5EF4-FFF2-40B4-BE49-F238E27FC236}">
                <a16:creationId xmlns:a16="http://schemas.microsoft.com/office/drawing/2014/main" id="{C66937D8-4978-7230-D0AF-5A07945E8D21}"/>
              </a:ext>
            </a:extLst>
          </p:cNvPr>
          <p:cNvCxnSpPr>
            <a:cxnSpLocks/>
            <a:stCxn id="40" idx="1"/>
            <a:endCxn id="14" idx="3"/>
          </p:cNvCxnSpPr>
          <p:nvPr/>
        </p:nvCxnSpPr>
        <p:spPr>
          <a:xfrm rot="10800000" flipV="1">
            <a:off x="1356736" y="4159435"/>
            <a:ext cx="1748187" cy="2703700"/>
          </a:xfrm>
          <a:prstGeom prst="curvedConnector3">
            <a:avLst>
              <a:gd name="adj1" fmla="val 58846"/>
            </a:avLst>
          </a:prstGeom>
          <a:ln w="38100" cap="rnd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4A7322A-7BB2-9E2A-1091-0C30D368C054}"/>
              </a:ext>
            </a:extLst>
          </p:cNvPr>
          <p:cNvCxnSpPr>
            <a:cxnSpLocks/>
            <a:stCxn id="35" idx="3"/>
            <a:endCxn id="45" idx="1"/>
          </p:cNvCxnSpPr>
          <p:nvPr/>
        </p:nvCxnSpPr>
        <p:spPr>
          <a:xfrm>
            <a:off x="5444922" y="6246112"/>
            <a:ext cx="549548" cy="241361"/>
          </a:xfrm>
          <a:prstGeom prst="line">
            <a:avLst/>
          </a:prstGeom>
          <a:ln w="38100" cap="rnd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DD07554-13BE-CF79-2D39-FF9656B23C0F}"/>
              </a:ext>
            </a:extLst>
          </p:cNvPr>
          <p:cNvCxnSpPr>
            <a:cxnSpLocks/>
            <a:stCxn id="36" idx="3"/>
            <a:endCxn id="45" idx="1"/>
          </p:cNvCxnSpPr>
          <p:nvPr/>
        </p:nvCxnSpPr>
        <p:spPr>
          <a:xfrm flipV="1">
            <a:off x="5444922" y="6487473"/>
            <a:ext cx="549548" cy="324761"/>
          </a:xfrm>
          <a:prstGeom prst="line">
            <a:avLst/>
          </a:prstGeom>
          <a:ln w="38100" cap="rnd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4EE832D-13FE-92EB-8E82-00311F11D59A}"/>
              </a:ext>
            </a:extLst>
          </p:cNvPr>
          <p:cNvCxnSpPr>
            <a:cxnSpLocks/>
            <a:stCxn id="45" idx="0"/>
            <a:endCxn id="23" idx="1"/>
          </p:cNvCxnSpPr>
          <p:nvPr/>
        </p:nvCxnSpPr>
        <p:spPr>
          <a:xfrm flipV="1">
            <a:off x="7164470" y="2047531"/>
            <a:ext cx="2141021" cy="4222411"/>
          </a:xfrm>
          <a:prstGeom prst="line">
            <a:avLst/>
          </a:prstGeom>
          <a:ln w="38100" cap="rnd">
            <a:gradFill>
              <a:gsLst>
                <a:gs pos="100000">
                  <a:srgbClr val="FFC000"/>
                </a:gs>
                <a:gs pos="0">
                  <a:schemeClr val="tx1"/>
                </a:gs>
              </a:gsLst>
              <a:lin ang="5400000" scaled="1"/>
            </a:gra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8469E54-F920-E2CA-9B2C-7240975032C3}"/>
              </a:ext>
            </a:extLst>
          </p:cNvPr>
          <p:cNvCxnSpPr>
            <a:cxnSpLocks/>
            <a:stCxn id="45" idx="2"/>
            <a:endCxn id="27" idx="1"/>
          </p:cNvCxnSpPr>
          <p:nvPr/>
        </p:nvCxnSpPr>
        <p:spPr>
          <a:xfrm>
            <a:off x="7164470" y="6705003"/>
            <a:ext cx="2141021" cy="2542528"/>
          </a:xfrm>
          <a:prstGeom prst="line">
            <a:avLst/>
          </a:prstGeom>
          <a:ln w="38100" cap="rnd">
            <a:gradFill>
              <a:gsLst>
                <a:gs pos="0">
                  <a:schemeClr val="tx1"/>
                </a:gs>
                <a:gs pos="100000">
                  <a:srgbClr val="C00000"/>
                </a:gs>
              </a:gsLst>
              <a:lin ang="5400000" scaled="1"/>
            </a:gra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95524DC8-16B7-03C2-0C9A-12DD39BD5559}"/>
              </a:ext>
            </a:extLst>
          </p:cNvPr>
          <p:cNvCxnSpPr>
            <a:cxnSpLocks/>
            <a:stCxn id="31" idx="0"/>
            <a:endCxn id="43" idx="3"/>
          </p:cNvCxnSpPr>
          <p:nvPr/>
        </p:nvCxnSpPr>
        <p:spPr>
          <a:xfrm rot="16200000" flipV="1">
            <a:off x="6552556" y="1483868"/>
            <a:ext cx="2185303" cy="4400569"/>
          </a:xfrm>
          <a:prstGeom prst="curvedConnector2">
            <a:avLst/>
          </a:prstGeom>
          <a:ln w="38100" cap="rnd">
            <a:gradFill>
              <a:gsLst>
                <a:gs pos="0">
                  <a:schemeClr val="tx1"/>
                </a:gs>
                <a:gs pos="100000">
                  <a:schemeClr val="accent6">
                    <a:lumMod val="75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Curved 161">
            <a:extLst>
              <a:ext uri="{FF2B5EF4-FFF2-40B4-BE49-F238E27FC236}">
                <a16:creationId xmlns:a16="http://schemas.microsoft.com/office/drawing/2014/main" id="{BCC0FC3B-29B3-C728-29CC-7CE8D5E23064}"/>
              </a:ext>
            </a:extLst>
          </p:cNvPr>
          <p:cNvCxnSpPr>
            <a:cxnSpLocks/>
            <a:stCxn id="31" idx="2"/>
            <a:endCxn id="37" idx="3"/>
          </p:cNvCxnSpPr>
          <p:nvPr/>
        </p:nvCxnSpPr>
        <p:spPr>
          <a:xfrm rot="5400000">
            <a:off x="7240091" y="4781636"/>
            <a:ext cx="810233" cy="4400569"/>
          </a:xfrm>
          <a:prstGeom prst="curvedConnector2">
            <a:avLst/>
          </a:prstGeom>
          <a:ln w="38100" cap="rnd">
            <a:gradFill>
              <a:gsLst>
                <a:gs pos="0">
                  <a:schemeClr val="tx1"/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735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64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4</cp:revision>
  <dcterms:created xsi:type="dcterms:W3CDTF">2026-03-15T09:41:29Z</dcterms:created>
  <dcterms:modified xsi:type="dcterms:W3CDTF">2026-03-25T05:52:21Z</dcterms:modified>
</cp:coreProperties>
</file>