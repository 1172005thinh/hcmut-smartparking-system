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5" r:id="rId8"/>
    <p:sldId id="262" r:id="rId9"/>
    <p:sldId id="263" r:id="rId10"/>
    <p:sldId id="264" r:id="rId11"/>
    <p:sldId id="268" r:id="rId12"/>
    <p:sldId id="269" r:id="rId13"/>
    <p:sldId id="267" r:id="rId14"/>
    <p:sldId id="266" r:id="rId15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B91"/>
    <a:srgbClr val="1488DB"/>
    <a:srgbClr val="FF4747"/>
    <a:srgbClr val="E3F6FD"/>
    <a:srgbClr val="F8FCFE"/>
    <a:srgbClr val="FF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>
        <p:scale>
          <a:sx n="75" d="100"/>
          <a:sy n="75" d="100"/>
        </p:scale>
        <p:origin x="1325" y="5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805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2146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1410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46829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937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59364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50471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7353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08153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832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0831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1A39B-22B8-4687-AF26-014B09D9CCD9}" type="datetimeFigureOut">
              <a:rPr lang="vi-VN" smtClean="0"/>
              <a:t>06/04/2026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7633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21" Type="http://schemas.openxmlformats.org/officeDocument/2006/relationships/image" Target="../media/image20.svg"/><Relationship Id="rId42" Type="http://schemas.openxmlformats.org/officeDocument/2006/relationships/image" Target="../media/image41.png"/><Relationship Id="rId47" Type="http://schemas.openxmlformats.org/officeDocument/2006/relationships/image" Target="../media/image46.svg"/><Relationship Id="rId63" Type="http://schemas.openxmlformats.org/officeDocument/2006/relationships/image" Target="../media/image62.svg"/><Relationship Id="rId68" Type="http://schemas.openxmlformats.org/officeDocument/2006/relationships/image" Target="../media/image67.png"/><Relationship Id="rId16" Type="http://schemas.openxmlformats.org/officeDocument/2006/relationships/image" Target="../media/image15.png"/><Relationship Id="rId11" Type="http://schemas.openxmlformats.org/officeDocument/2006/relationships/image" Target="../media/image10.sv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3" Type="http://schemas.openxmlformats.org/officeDocument/2006/relationships/image" Target="../media/image52.svg"/><Relationship Id="rId58" Type="http://schemas.openxmlformats.org/officeDocument/2006/relationships/image" Target="../media/image57.png"/><Relationship Id="rId74" Type="http://schemas.openxmlformats.org/officeDocument/2006/relationships/image" Target="../media/image73.png"/><Relationship Id="rId79" Type="http://schemas.openxmlformats.org/officeDocument/2006/relationships/image" Target="../media/image78.svg"/><Relationship Id="rId5" Type="http://schemas.openxmlformats.org/officeDocument/2006/relationships/image" Target="../media/image4.svg"/><Relationship Id="rId61" Type="http://schemas.openxmlformats.org/officeDocument/2006/relationships/image" Target="../media/image60.svg"/><Relationship Id="rId82" Type="http://schemas.openxmlformats.org/officeDocument/2006/relationships/image" Target="../media/image81.png"/><Relationship Id="rId19" Type="http://schemas.openxmlformats.org/officeDocument/2006/relationships/image" Target="../media/image1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43" Type="http://schemas.openxmlformats.org/officeDocument/2006/relationships/image" Target="../media/image42.svg"/><Relationship Id="rId48" Type="http://schemas.openxmlformats.org/officeDocument/2006/relationships/image" Target="../media/image47.png"/><Relationship Id="rId56" Type="http://schemas.openxmlformats.org/officeDocument/2006/relationships/image" Target="../media/image55.png"/><Relationship Id="rId64" Type="http://schemas.openxmlformats.org/officeDocument/2006/relationships/image" Target="../media/image63.png"/><Relationship Id="rId69" Type="http://schemas.openxmlformats.org/officeDocument/2006/relationships/image" Target="../media/image68.svg"/><Relationship Id="rId77" Type="http://schemas.openxmlformats.org/officeDocument/2006/relationships/image" Target="../media/image76.svg"/><Relationship Id="rId8" Type="http://schemas.openxmlformats.org/officeDocument/2006/relationships/image" Target="../media/image7.png"/><Relationship Id="rId51" Type="http://schemas.openxmlformats.org/officeDocument/2006/relationships/image" Target="../media/image50.svg"/><Relationship Id="rId72" Type="http://schemas.openxmlformats.org/officeDocument/2006/relationships/image" Target="../media/image71.png"/><Relationship Id="rId80" Type="http://schemas.openxmlformats.org/officeDocument/2006/relationships/image" Target="../media/image79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59" Type="http://schemas.openxmlformats.org/officeDocument/2006/relationships/image" Target="../media/image58.svg"/><Relationship Id="rId67" Type="http://schemas.openxmlformats.org/officeDocument/2006/relationships/image" Target="../media/image66.svg"/><Relationship Id="rId20" Type="http://schemas.openxmlformats.org/officeDocument/2006/relationships/image" Target="../media/image19.png"/><Relationship Id="rId41" Type="http://schemas.openxmlformats.org/officeDocument/2006/relationships/image" Target="../media/image40.svg"/><Relationship Id="rId54" Type="http://schemas.openxmlformats.org/officeDocument/2006/relationships/image" Target="../media/image53.png"/><Relationship Id="rId62" Type="http://schemas.openxmlformats.org/officeDocument/2006/relationships/image" Target="../media/image61.png"/><Relationship Id="rId70" Type="http://schemas.openxmlformats.org/officeDocument/2006/relationships/image" Target="../media/image69.png"/><Relationship Id="rId75" Type="http://schemas.openxmlformats.org/officeDocument/2006/relationships/image" Target="../media/image74.svg"/><Relationship Id="rId83" Type="http://schemas.openxmlformats.org/officeDocument/2006/relationships/image" Target="../media/image8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svg"/><Relationship Id="rId57" Type="http://schemas.openxmlformats.org/officeDocument/2006/relationships/image" Target="../media/image56.svg"/><Relationship Id="rId10" Type="http://schemas.openxmlformats.org/officeDocument/2006/relationships/image" Target="../media/image9.png"/><Relationship Id="rId31" Type="http://schemas.openxmlformats.org/officeDocument/2006/relationships/image" Target="../media/image30.sv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60" Type="http://schemas.openxmlformats.org/officeDocument/2006/relationships/image" Target="../media/image59.png"/><Relationship Id="rId65" Type="http://schemas.openxmlformats.org/officeDocument/2006/relationships/image" Target="../media/image64.svg"/><Relationship Id="rId73" Type="http://schemas.openxmlformats.org/officeDocument/2006/relationships/image" Target="../media/image72.svg"/><Relationship Id="rId78" Type="http://schemas.openxmlformats.org/officeDocument/2006/relationships/image" Target="../media/image77.png"/><Relationship Id="rId81" Type="http://schemas.openxmlformats.org/officeDocument/2006/relationships/image" Target="../media/image8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9" Type="http://schemas.openxmlformats.org/officeDocument/2006/relationships/image" Target="../media/image38.svg"/><Relationship Id="rId34" Type="http://schemas.openxmlformats.org/officeDocument/2006/relationships/image" Target="../media/image33.png"/><Relationship Id="rId50" Type="http://schemas.openxmlformats.org/officeDocument/2006/relationships/image" Target="../media/image49.png"/><Relationship Id="rId55" Type="http://schemas.openxmlformats.org/officeDocument/2006/relationships/image" Target="../media/image54.svg"/><Relationship Id="rId76" Type="http://schemas.openxmlformats.org/officeDocument/2006/relationships/image" Target="../media/image75.png"/><Relationship Id="rId7" Type="http://schemas.openxmlformats.org/officeDocument/2006/relationships/image" Target="../media/image6.svg"/><Relationship Id="rId71" Type="http://schemas.openxmlformats.org/officeDocument/2006/relationships/image" Target="../media/image70.svg"/><Relationship Id="rId2" Type="http://schemas.openxmlformats.org/officeDocument/2006/relationships/image" Target="../media/image1.png"/><Relationship Id="rId29" Type="http://schemas.openxmlformats.org/officeDocument/2006/relationships/image" Target="../media/image28.svg"/><Relationship Id="rId24" Type="http://schemas.openxmlformats.org/officeDocument/2006/relationships/image" Target="../media/image23.png"/><Relationship Id="rId40" Type="http://schemas.openxmlformats.org/officeDocument/2006/relationships/image" Target="../media/image39.png"/><Relationship Id="rId45" Type="http://schemas.openxmlformats.org/officeDocument/2006/relationships/image" Target="../media/image44.svg"/><Relationship Id="rId66" Type="http://schemas.openxmlformats.org/officeDocument/2006/relationships/image" Target="../media/image6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90.sv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svg"/><Relationship Id="rId4" Type="http://schemas.openxmlformats.org/officeDocument/2006/relationships/image" Target="../media/image87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90.sv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svg"/><Relationship Id="rId4" Type="http://schemas.openxmlformats.org/officeDocument/2006/relationships/image" Target="../media/image8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3" Type="http://schemas.openxmlformats.org/officeDocument/2006/relationships/image" Target="../media/image7.png"/><Relationship Id="rId7" Type="http://schemas.openxmlformats.org/officeDocument/2006/relationships/image" Target="../media/image6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3" Type="http://schemas.openxmlformats.org/officeDocument/2006/relationships/image" Target="../media/image7.png"/><Relationship Id="rId7" Type="http://schemas.openxmlformats.org/officeDocument/2006/relationships/image" Target="../media/image6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 descr="Single gear with solid fill">
            <a:extLst>
              <a:ext uri="{FF2B5EF4-FFF2-40B4-BE49-F238E27FC236}">
                <a16:creationId xmlns:a16="http://schemas.microsoft.com/office/drawing/2014/main" id="{6EFC7A29-B2AA-158F-5FB4-AEB0EA1194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8517" y="5459267"/>
            <a:ext cx="914400" cy="914400"/>
          </a:xfrm>
          <a:prstGeom prst="rect">
            <a:avLst/>
          </a:prstGeom>
        </p:spPr>
      </p:pic>
      <p:pic>
        <p:nvPicPr>
          <p:cNvPr id="8" name="Graphic 7" descr="Home with solid fill">
            <a:extLst>
              <a:ext uri="{FF2B5EF4-FFF2-40B4-BE49-F238E27FC236}">
                <a16:creationId xmlns:a16="http://schemas.microsoft.com/office/drawing/2014/main" id="{ABA3AC5E-0465-88AB-3937-CD058D148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2235" y="0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F2E5E155-FCD3-50E0-3860-BF2572841B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1" y="4573587"/>
            <a:ext cx="914400" cy="914400"/>
          </a:xfrm>
          <a:prstGeom prst="rect">
            <a:avLst/>
          </a:prstGeom>
        </p:spPr>
      </p:pic>
      <p:pic>
        <p:nvPicPr>
          <p:cNvPr id="12" name="Graphic 11" descr="User with solid fill">
            <a:extLst>
              <a:ext uri="{FF2B5EF4-FFF2-40B4-BE49-F238E27FC236}">
                <a16:creationId xmlns:a16="http://schemas.microsoft.com/office/drawing/2014/main" id="{7143C16E-1C3A-66C4-1FF1-3BFD4386AD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41408" y="79112"/>
            <a:ext cx="914400" cy="914400"/>
          </a:xfrm>
          <a:prstGeom prst="rect">
            <a:avLst/>
          </a:prstGeom>
        </p:spPr>
      </p:pic>
      <p:pic>
        <p:nvPicPr>
          <p:cNvPr id="14" name="Graphic 13" descr="Gears with solid fill">
            <a:extLst>
              <a:ext uri="{FF2B5EF4-FFF2-40B4-BE49-F238E27FC236}">
                <a16:creationId xmlns:a16="http://schemas.microsoft.com/office/drawing/2014/main" id="{932C7285-FAF6-8556-8F48-48616107218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2710" y="5471216"/>
            <a:ext cx="914400" cy="914400"/>
          </a:xfrm>
          <a:prstGeom prst="rect">
            <a:avLst/>
          </a:prstGeom>
        </p:spPr>
      </p:pic>
      <p:pic>
        <p:nvPicPr>
          <p:cNvPr id="18" name="Graphic 17" descr="Checkmark with solid fill">
            <a:extLst>
              <a:ext uri="{FF2B5EF4-FFF2-40B4-BE49-F238E27FC236}">
                <a16:creationId xmlns:a16="http://schemas.microsoft.com/office/drawing/2014/main" id="{3ADF8769-24A9-CFD8-5EEE-2A54F4345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06163" y="5459267"/>
            <a:ext cx="914400" cy="914400"/>
          </a:xfrm>
          <a:prstGeom prst="rect">
            <a:avLst/>
          </a:prstGeom>
        </p:spPr>
      </p:pic>
      <p:pic>
        <p:nvPicPr>
          <p:cNvPr id="20" name="Graphic 19" descr="Close with solid fill">
            <a:extLst>
              <a:ext uri="{FF2B5EF4-FFF2-40B4-BE49-F238E27FC236}">
                <a16:creationId xmlns:a16="http://schemas.microsoft.com/office/drawing/2014/main" id="{976774A0-93A6-87E3-BE8E-ACACED5F9D4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402861" y="4559950"/>
            <a:ext cx="914400" cy="914400"/>
          </a:xfrm>
          <a:prstGeom prst="rect">
            <a:avLst/>
          </a:prstGeom>
        </p:spPr>
      </p:pic>
      <p:pic>
        <p:nvPicPr>
          <p:cNvPr id="22" name="Graphic 21" descr="Bar chart with solid fill">
            <a:extLst>
              <a:ext uri="{FF2B5EF4-FFF2-40B4-BE49-F238E27FC236}">
                <a16:creationId xmlns:a16="http://schemas.microsoft.com/office/drawing/2014/main" id="{09F9E03C-3433-8615-D824-25202EFFB64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2235" y="1819884"/>
            <a:ext cx="914400" cy="914400"/>
          </a:xfrm>
          <a:prstGeom prst="rect">
            <a:avLst/>
          </a:prstGeom>
        </p:spPr>
      </p:pic>
      <p:pic>
        <p:nvPicPr>
          <p:cNvPr id="24" name="Graphic 23" descr="Hourglass Finished with solid fill">
            <a:extLst>
              <a:ext uri="{FF2B5EF4-FFF2-40B4-BE49-F238E27FC236}">
                <a16:creationId xmlns:a16="http://schemas.microsoft.com/office/drawing/2014/main" id="{5AB45525-CE31-CC31-EEA1-7FD2E02E008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531076" y="2782887"/>
            <a:ext cx="914400" cy="914400"/>
          </a:xfrm>
          <a:prstGeom prst="rect">
            <a:avLst/>
          </a:prstGeom>
        </p:spPr>
      </p:pic>
      <p:pic>
        <p:nvPicPr>
          <p:cNvPr id="26" name="Graphic 25" descr="Line arrow: Rotate right with solid fill">
            <a:extLst>
              <a:ext uri="{FF2B5EF4-FFF2-40B4-BE49-F238E27FC236}">
                <a16:creationId xmlns:a16="http://schemas.microsoft.com/office/drawing/2014/main" id="{F4E280ED-7777-94D5-E288-8AE5A3E9A4C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391762" y="1831833"/>
            <a:ext cx="914400" cy="914400"/>
          </a:xfrm>
          <a:prstGeom prst="rect">
            <a:avLst/>
          </a:prstGeom>
        </p:spPr>
      </p:pic>
      <p:pic>
        <p:nvPicPr>
          <p:cNvPr id="28" name="Graphic 27" descr="Line arrow: Rotate left with solid fill">
            <a:extLst>
              <a:ext uri="{FF2B5EF4-FFF2-40B4-BE49-F238E27FC236}">
                <a16:creationId xmlns:a16="http://schemas.microsoft.com/office/drawing/2014/main" id="{2552EAD3-9743-5393-7C7A-540DF1F8899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279490" y="905484"/>
            <a:ext cx="914400" cy="914400"/>
          </a:xfrm>
          <a:prstGeom prst="rect">
            <a:avLst/>
          </a:prstGeom>
        </p:spPr>
      </p:pic>
      <p:pic>
        <p:nvPicPr>
          <p:cNvPr id="30" name="Graphic 29" descr="No sign with solid fill">
            <a:extLst>
              <a:ext uri="{FF2B5EF4-FFF2-40B4-BE49-F238E27FC236}">
                <a16:creationId xmlns:a16="http://schemas.microsoft.com/office/drawing/2014/main" id="{AF045DCA-F8E3-59F9-7F39-811DD7E1F2A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92524" y="2746233"/>
            <a:ext cx="914400" cy="914400"/>
          </a:xfrm>
          <a:prstGeom prst="rect">
            <a:avLst/>
          </a:prstGeom>
        </p:spPr>
      </p:pic>
      <p:pic>
        <p:nvPicPr>
          <p:cNvPr id="32" name="Graphic 31" descr="Magnifying glass with solid fill">
            <a:extLst>
              <a:ext uri="{FF2B5EF4-FFF2-40B4-BE49-F238E27FC236}">
                <a16:creationId xmlns:a16="http://schemas.microsoft.com/office/drawing/2014/main" id="{C82C2F35-34A2-D628-2C16-E0E6974714DE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228517" y="962211"/>
            <a:ext cx="914400" cy="914400"/>
          </a:xfrm>
          <a:prstGeom prst="rect">
            <a:avLst/>
          </a:prstGeom>
        </p:spPr>
      </p:pic>
      <p:pic>
        <p:nvPicPr>
          <p:cNvPr id="34" name="Graphic 33" descr="Receiver with solid fill">
            <a:extLst>
              <a:ext uri="{FF2B5EF4-FFF2-40B4-BE49-F238E27FC236}">
                <a16:creationId xmlns:a16="http://schemas.microsoft.com/office/drawing/2014/main" id="{A608B412-F064-A469-463C-B941F998E18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664682" y="79112"/>
            <a:ext cx="914400" cy="914400"/>
          </a:xfrm>
          <a:prstGeom prst="rect">
            <a:avLst/>
          </a:prstGeom>
        </p:spPr>
      </p:pic>
      <p:pic>
        <p:nvPicPr>
          <p:cNvPr id="36" name="Graphic 35" descr="Warning with solid fill">
            <a:extLst>
              <a:ext uri="{FF2B5EF4-FFF2-40B4-BE49-F238E27FC236}">
                <a16:creationId xmlns:a16="http://schemas.microsoft.com/office/drawing/2014/main" id="{3F9C94EB-E2AA-633B-1408-EBE5F106CEF6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99046" y="4573587"/>
            <a:ext cx="914400" cy="914400"/>
          </a:xfrm>
          <a:prstGeom prst="rect">
            <a:avLst/>
          </a:prstGeom>
        </p:spPr>
      </p:pic>
      <p:pic>
        <p:nvPicPr>
          <p:cNvPr id="38" name="Graphic 37" descr="Large paint brush with solid fill">
            <a:extLst>
              <a:ext uri="{FF2B5EF4-FFF2-40B4-BE49-F238E27FC236}">
                <a16:creationId xmlns:a16="http://schemas.microsoft.com/office/drawing/2014/main" id="{20B624FE-3C31-212D-D7A4-146D7D4E984E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8721" y="1907912"/>
            <a:ext cx="914400" cy="914400"/>
          </a:xfrm>
          <a:prstGeom prst="rect">
            <a:avLst/>
          </a:prstGeom>
        </p:spPr>
      </p:pic>
      <p:pic>
        <p:nvPicPr>
          <p:cNvPr id="40" name="Graphic 39" descr="List with solid fill">
            <a:extLst>
              <a:ext uri="{FF2B5EF4-FFF2-40B4-BE49-F238E27FC236}">
                <a16:creationId xmlns:a16="http://schemas.microsoft.com/office/drawing/2014/main" id="{A9E8C145-D08F-3FA4-319E-7632D1096235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6206" y="3645550"/>
            <a:ext cx="914400" cy="914400"/>
          </a:xfrm>
          <a:prstGeom prst="rect">
            <a:avLst/>
          </a:prstGeom>
        </p:spPr>
      </p:pic>
      <p:pic>
        <p:nvPicPr>
          <p:cNvPr id="42" name="Graphic 41" descr="Pencil with solid fill">
            <a:extLst>
              <a:ext uri="{FF2B5EF4-FFF2-40B4-BE49-F238E27FC236}">
                <a16:creationId xmlns:a16="http://schemas.microsoft.com/office/drawing/2014/main" id="{04B65167-158B-B26C-4AFA-E38DA025A71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5888721" y="993512"/>
            <a:ext cx="914400" cy="914400"/>
          </a:xfrm>
          <a:prstGeom prst="rect">
            <a:avLst/>
          </a:prstGeom>
        </p:spPr>
      </p:pic>
      <p:pic>
        <p:nvPicPr>
          <p:cNvPr id="44" name="Graphic 43" descr="Transfer with solid fill">
            <a:extLst>
              <a:ext uri="{FF2B5EF4-FFF2-40B4-BE49-F238E27FC236}">
                <a16:creationId xmlns:a16="http://schemas.microsoft.com/office/drawing/2014/main" id="{0FEC122B-14EB-0842-BBAD-15F0AD871B1E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 rot="5400000">
            <a:off x="1234075" y="1889124"/>
            <a:ext cx="914400" cy="914400"/>
          </a:xfrm>
          <a:prstGeom prst="rect">
            <a:avLst/>
          </a:prstGeom>
        </p:spPr>
      </p:pic>
      <p:pic>
        <p:nvPicPr>
          <p:cNvPr id="46" name="Graphic 45" descr="Exclamation mark with solid fill">
            <a:extLst>
              <a:ext uri="{FF2B5EF4-FFF2-40B4-BE49-F238E27FC236}">
                <a16:creationId xmlns:a16="http://schemas.microsoft.com/office/drawing/2014/main" id="{F231D732-A0BC-6AC5-0131-3AF88DEDB2D7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369252" y="3638009"/>
            <a:ext cx="914400" cy="914400"/>
          </a:xfrm>
          <a:prstGeom prst="rect">
            <a:avLst/>
          </a:prstGeom>
        </p:spPr>
      </p:pic>
      <p:pic>
        <p:nvPicPr>
          <p:cNvPr id="48" name="Graphic 47" descr="Fingerprint with solid fill">
            <a:extLst>
              <a:ext uri="{FF2B5EF4-FFF2-40B4-BE49-F238E27FC236}">
                <a16:creationId xmlns:a16="http://schemas.microsoft.com/office/drawing/2014/main" id="{D563381F-95DB-0B18-5FC2-14CA5B29CABC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372831" y="10575"/>
            <a:ext cx="914400" cy="914400"/>
          </a:xfrm>
          <a:prstGeom prst="rect">
            <a:avLst/>
          </a:prstGeom>
        </p:spPr>
      </p:pic>
      <p:pic>
        <p:nvPicPr>
          <p:cNvPr id="50" name="Graphic 49" descr="Question mark with solid fill">
            <a:extLst>
              <a:ext uri="{FF2B5EF4-FFF2-40B4-BE49-F238E27FC236}">
                <a16:creationId xmlns:a16="http://schemas.microsoft.com/office/drawing/2014/main" id="{73641EEA-C667-4635-777E-81C1859F712C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94253" y="3631264"/>
            <a:ext cx="914400" cy="914400"/>
          </a:xfrm>
          <a:prstGeom prst="rect">
            <a:avLst/>
          </a:prstGeom>
        </p:spPr>
      </p:pic>
      <p:pic>
        <p:nvPicPr>
          <p:cNvPr id="52" name="Graphic 51" descr="Right pointing backhand index with solid fill">
            <a:extLst>
              <a:ext uri="{FF2B5EF4-FFF2-40B4-BE49-F238E27FC236}">
                <a16:creationId xmlns:a16="http://schemas.microsoft.com/office/drawing/2014/main" id="{2A889F1E-C7EB-54C7-0278-A3C93EAF6899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 rot="16200000">
            <a:off x="3447525" y="3676651"/>
            <a:ext cx="914400" cy="914400"/>
          </a:xfrm>
          <a:prstGeom prst="rect">
            <a:avLst/>
          </a:prstGeom>
        </p:spPr>
      </p:pic>
      <p:pic>
        <p:nvPicPr>
          <p:cNvPr id="54" name="Graphic 53" descr="Thumbs up sign with solid fill">
            <a:extLst>
              <a:ext uri="{FF2B5EF4-FFF2-40B4-BE49-F238E27FC236}">
                <a16:creationId xmlns:a16="http://schemas.microsoft.com/office/drawing/2014/main" id="{F5712C6E-0CEE-5CE5-7750-430550353C7E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3514877" y="5446173"/>
            <a:ext cx="914400" cy="914400"/>
          </a:xfrm>
          <a:prstGeom prst="rect">
            <a:avLst/>
          </a:prstGeom>
        </p:spPr>
      </p:pic>
      <p:pic>
        <p:nvPicPr>
          <p:cNvPr id="56" name="Graphic 55" descr="Users with solid fill">
            <a:extLst>
              <a:ext uri="{FF2B5EF4-FFF2-40B4-BE49-F238E27FC236}">
                <a16:creationId xmlns:a16="http://schemas.microsoft.com/office/drawing/2014/main" id="{662A93D7-C6FC-E1F6-275C-CFA8B9A4CD6C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122710" y="2716129"/>
            <a:ext cx="914400" cy="914400"/>
          </a:xfrm>
          <a:prstGeom prst="rect">
            <a:avLst/>
          </a:prstGeom>
        </p:spPr>
      </p:pic>
      <p:pic>
        <p:nvPicPr>
          <p:cNvPr id="58" name="Graphic 57" descr="Map with pin with solid fill">
            <a:extLst>
              <a:ext uri="{FF2B5EF4-FFF2-40B4-BE49-F238E27FC236}">
                <a16:creationId xmlns:a16="http://schemas.microsoft.com/office/drawing/2014/main" id="{F413F918-AF2E-8214-00F0-FF650F043529}"/>
              </a:ext>
            </a:extLst>
          </p:cNvPr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22710" y="911428"/>
            <a:ext cx="914400" cy="914400"/>
          </a:xfrm>
          <a:prstGeom prst="rect">
            <a:avLst/>
          </a:prstGeom>
        </p:spPr>
      </p:pic>
      <p:pic>
        <p:nvPicPr>
          <p:cNvPr id="60" name="Graphic 59" descr="Diamond with solid fill">
            <a:extLst>
              <a:ext uri="{FF2B5EF4-FFF2-40B4-BE49-F238E27FC236}">
                <a16:creationId xmlns:a16="http://schemas.microsoft.com/office/drawing/2014/main" id="{6734F0DE-14AF-C14A-153C-BE8E90D7A0A7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1263198" y="0"/>
            <a:ext cx="914400" cy="914400"/>
          </a:xfrm>
          <a:prstGeom prst="rect">
            <a:avLst/>
          </a:prstGeom>
        </p:spPr>
      </p:pic>
      <p:pic>
        <p:nvPicPr>
          <p:cNvPr id="62" name="Graphic 61" descr="Chat with solid fill">
            <a:extLst>
              <a:ext uri="{FF2B5EF4-FFF2-40B4-BE49-F238E27FC236}">
                <a16:creationId xmlns:a16="http://schemas.microsoft.com/office/drawing/2014/main" id="{72BB4C7D-26A4-9169-E2FD-63A62B69A9A6}"/>
              </a:ext>
            </a:extLst>
          </p:cNvPr>
          <p:cNvPicPr>
            <a:picLocks noChangeAspect="1"/>
          </p:cNvPicPr>
          <p:nvPr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170981" y="2815966"/>
            <a:ext cx="914400" cy="914400"/>
          </a:xfrm>
          <a:prstGeom prst="rect">
            <a:avLst/>
          </a:prstGeom>
        </p:spPr>
      </p:pic>
      <p:pic>
        <p:nvPicPr>
          <p:cNvPr id="64" name="Graphic 63" descr="Send with solid fill">
            <a:extLst>
              <a:ext uri="{FF2B5EF4-FFF2-40B4-BE49-F238E27FC236}">
                <a16:creationId xmlns:a16="http://schemas.microsoft.com/office/drawing/2014/main" id="{4E527DE7-272B-0170-00A5-E0C2AFF85A0A}"/>
              </a:ext>
            </a:extLst>
          </p:cNvPr>
          <p:cNvPicPr>
            <a:picLocks noChangeAspect="1"/>
          </p:cNvPicPr>
          <p:nvPr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4664682" y="962211"/>
            <a:ext cx="914400" cy="914400"/>
          </a:xfrm>
          <a:prstGeom prst="rect">
            <a:avLst/>
          </a:prstGeom>
        </p:spPr>
      </p:pic>
      <p:pic>
        <p:nvPicPr>
          <p:cNvPr id="66" name="Graphic 65" descr="Closed book with solid fill">
            <a:extLst>
              <a:ext uri="{FF2B5EF4-FFF2-40B4-BE49-F238E27FC236}">
                <a16:creationId xmlns:a16="http://schemas.microsoft.com/office/drawing/2014/main" id="{C5218E86-F3AA-73B8-EE01-4F635A91D5B2}"/>
              </a:ext>
            </a:extLst>
          </p:cNvPr>
          <p:cNvPicPr>
            <a:picLocks noChangeAspect="1"/>
          </p:cNvPicPr>
          <p:nvPr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3482464" y="47811"/>
            <a:ext cx="914400" cy="914400"/>
          </a:xfrm>
          <a:prstGeom prst="rect">
            <a:avLst/>
          </a:prstGeom>
        </p:spPr>
      </p:pic>
      <p:pic>
        <p:nvPicPr>
          <p:cNvPr id="68" name="Graphic 67" descr="Cursor with solid fill">
            <a:extLst>
              <a:ext uri="{FF2B5EF4-FFF2-40B4-BE49-F238E27FC236}">
                <a16:creationId xmlns:a16="http://schemas.microsoft.com/office/drawing/2014/main" id="{54F7E6E8-2533-3058-0EE4-7F1C09AF6368}"/>
              </a:ext>
            </a:extLst>
          </p:cNvPr>
          <p:cNvPicPr>
            <a:picLocks noChangeAspect="1"/>
          </p:cNvPicPr>
          <p:nvPr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3490205" y="1889124"/>
            <a:ext cx="914400" cy="914400"/>
          </a:xfrm>
          <a:prstGeom prst="rect">
            <a:avLst/>
          </a:prstGeom>
        </p:spPr>
      </p:pic>
      <p:pic>
        <p:nvPicPr>
          <p:cNvPr id="70" name="Graphic 69" descr="Daily calendar with solid fill">
            <a:extLst>
              <a:ext uri="{FF2B5EF4-FFF2-40B4-BE49-F238E27FC236}">
                <a16:creationId xmlns:a16="http://schemas.microsoft.com/office/drawing/2014/main" id="{44A7747C-1526-0B40-2116-1E1E18528C27}"/>
              </a:ext>
            </a:extLst>
          </p:cNvPr>
          <p:cNvPicPr>
            <a:picLocks noChangeAspect="1"/>
          </p:cNvPicPr>
          <p:nvPr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3474620" y="934299"/>
            <a:ext cx="914400" cy="914400"/>
          </a:xfrm>
          <a:prstGeom prst="rect">
            <a:avLst/>
          </a:prstGeom>
        </p:spPr>
      </p:pic>
      <p:pic>
        <p:nvPicPr>
          <p:cNvPr id="72" name="Graphic 71" descr="Employee badge with solid fill">
            <a:extLst>
              <a:ext uri="{FF2B5EF4-FFF2-40B4-BE49-F238E27FC236}">
                <a16:creationId xmlns:a16="http://schemas.microsoft.com/office/drawing/2014/main" id="{62DF6093-1CE6-2BF0-6B37-DFE88B9463EC}"/>
              </a:ext>
            </a:extLst>
          </p:cNvPr>
          <p:cNvPicPr>
            <a:picLocks noChangeAspect="1"/>
          </p:cNvPicPr>
          <p:nvPr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657035" y="5446173"/>
            <a:ext cx="914400" cy="914400"/>
          </a:xfrm>
          <a:prstGeom prst="rect">
            <a:avLst/>
          </a:prstGeom>
        </p:spPr>
      </p:pic>
      <p:pic>
        <p:nvPicPr>
          <p:cNvPr id="74" name="Graphic 73" descr="Eye with solid fill">
            <a:extLst>
              <a:ext uri="{FF2B5EF4-FFF2-40B4-BE49-F238E27FC236}">
                <a16:creationId xmlns:a16="http://schemas.microsoft.com/office/drawing/2014/main" id="{B1EF516C-1FCB-447E-0A78-C6E40EA84AFF}"/>
              </a:ext>
            </a:extLst>
          </p:cNvPr>
          <p:cNvPicPr>
            <a:picLocks noChangeAspect="1"/>
          </p:cNvPicPr>
          <p:nvPr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4661757" y="2771888"/>
            <a:ext cx="914400" cy="914400"/>
          </a:xfrm>
          <a:prstGeom prst="rect">
            <a:avLst/>
          </a:prstGeom>
        </p:spPr>
      </p:pic>
      <p:pic>
        <p:nvPicPr>
          <p:cNvPr id="76" name="Graphic 75" descr="Lightbulb with solid fill">
            <a:extLst>
              <a:ext uri="{FF2B5EF4-FFF2-40B4-BE49-F238E27FC236}">
                <a16:creationId xmlns:a16="http://schemas.microsoft.com/office/drawing/2014/main" id="{DAE4D1B5-DA67-71C0-13C7-8BD843EA6454}"/>
              </a:ext>
            </a:extLst>
          </p:cNvPr>
          <p:cNvPicPr>
            <a:picLocks noChangeAspect="1"/>
          </p:cNvPicPr>
          <p:nvPr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5888721" y="2822312"/>
            <a:ext cx="914400" cy="914400"/>
          </a:xfrm>
          <a:prstGeom prst="rect">
            <a:avLst/>
          </a:prstGeom>
        </p:spPr>
      </p:pic>
      <p:pic>
        <p:nvPicPr>
          <p:cNvPr id="80" name="Graphic 79" descr="Marker with solid fill">
            <a:extLst>
              <a:ext uri="{FF2B5EF4-FFF2-40B4-BE49-F238E27FC236}">
                <a16:creationId xmlns:a16="http://schemas.microsoft.com/office/drawing/2014/main" id="{511B5D5B-BCF2-B10E-4F2E-A81B475F31D3}"/>
              </a:ext>
            </a:extLst>
          </p:cNvPr>
          <p:cNvPicPr>
            <a:picLocks noChangeAspect="1"/>
          </p:cNvPicPr>
          <p:nvPr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4650818" y="3627830"/>
            <a:ext cx="914400" cy="914400"/>
          </a:xfrm>
          <a:prstGeom prst="rect">
            <a:avLst/>
          </a:prstGeom>
        </p:spPr>
      </p:pic>
      <p:pic>
        <p:nvPicPr>
          <p:cNvPr id="82" name="Graphic 81" descr="Star with solid fill">
            <a:extLst>
              <a:ext uri="{FF2B5EF4-FFF2-40B4-BE49-F238E27FC236}">
                <a16:creationId xmlns:a16="http://schemas.microsoft.com/office/drawing/2014/main" id="{809A5627-B8C6-8753-BD06-5420166F27D9}"/>
              </a:ext>
            </a:extLst>
          </p:cNvPr>
          <p:cNvPicPr>
            <a:picLocks noChangeAspect="1"/>
          </p:cNvPicPr>
          <p:nvPr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3467720" y="4552409"/>
            <a:ext cx="914400" cy="914400"/>
          </a:xfrm>
          <a:prstGeom prst="rect">
            <a:avLst/>
          </a:prstGeom>
        </p:spPr>
      </p:pic>
      <p:pic>
        <p:nvPicPr>
          <p:cNvPr id="84" name="Graphic 83" descr="Sun with solid fill">
            <a:extLst>
              <a:ext uri="{FF2B5EF4-FFF2-40B4-BE49-F238E27FC236}">
                <a16:creationId xmlns:a16="http://schemas.microsoft.com/office/drawing/2014/main" id="{074813BD-0676-9A4F-3418-C87649ABFEB9}"/>
              </a:ext>
            </a:extLst>
          </p:cNvPr>
          <p:cNvPicPr>
            <a:picLocks noChangeAspect="1"/>
          </p:cNvPicPr>
          <p:nvPr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4657035" y="4594374"/>
            <a:ext cx="914400" cy="914400"/>
          </a:xfrm>
          <a:prstGeom prst="rect">
            <a:avLst/>
          </a:prstGeom>
        </p:spPr>
      </p:pic>
      <p:pic>
        <p:nvPicPr>
          <p:cNvPr id="86" name="Graphic 85" descr="Blind with solid fill">
            <a:extLst>
              <a:ext uri="{FF2B5EF4-FFF2-40B4-BE49-F238E27FC236}">
                <a16:creationId xmlns:a16="http://schemas.microsoft.com/office/drawing/2014/main" id="{B0138518-A1FB-DC16-5E52-0C82AEA179EF}"/>
              </a:ext>
            </a:extLst>
          </p:cNvPr>
          <p:cNvPicPr>
            <a:picLocks noChangeAspect="1"/>
          </p:cNvPicPr>
          <p:nvPr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4667940" y="1907912"/>
            <a:ext cx="914400" cy="914400"/>
          </a:xfrm>
          <a:prstGeom prst="rect">
            <a:avLst/>
          </a:prstGeom>
        </p:spPr>
      </p:pic>
      <p:pic>
        <p:nvPicPr>
          <p:cNvPr id="88" name="Graphic 87" descr="Clipboard with solid fill">
            <a:extLst>
              <a:ext uri="{FF2B5EF4-FFF2-40B4-BE49-F238E27FC236}">
                <a16:creationId xmlns:a16="http://schemas.microsoft.com/office/drawing/2014/main" id="{4B3F8674-9663-64FD-798A-693AD36A3767}"/>
              </a:ext>
            </a:extLst>
          </p:cNvPr>
          <p:cNvPicPr>
            <a:picLocks noChangeAspect="1"/>
          </p:cNvPicPr>
          <p:nvPr/>
        </p:nvPicPr>
        <p:blipFill>
          <a:blip r:embed="rId80"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tretch>
            <a:fillRect/>
          </a:stretch>
        </p:blipFill>
        <p:spPr>
          <a:xfrm>
            <a:off x="5883221" y="3697287"/>
            <a:ext cx="914400" cy="914400"/>
          </a:xfrm>
          <a:prstGeom prst="rect">
            <a:avLst/>
          </a:prstGeom>
        </p:spPr>
      </p:pic>
      <p:pic>
        <p:nvPicPr>
          <p:cNvPr id="90" name="Graphic 89" descr="Envelope with solid fill">
            <a:extLst>
              <a:ext uri="{FF2B5EF4-FFF2-40B4-BE49-F238E27FC236}">
                <a16:creationId xmlns:a16="http://schemas.microsoft.com/office/drawing/2014/main" id="{2DE93D33-B647-868A-D64A-7678734B3F7B}"/>
              </a:ext>
            </a:extLst>
          </p:cNvPr>
          <p:cNvPicPr>
            <a:picLocks noChangeAspect="1"/>
          </p:cNvPicPr>
          <p:nvPr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5883427" y="46511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658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/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243C5C59-7D62-11D1-1A1E-389D7245FA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27" y="1725912"/>
            <a:ext cx="2322777" cy="232277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6C868B-BA2A-AA3A-3A81-BE1D025D3A19}"/>
              </a:ext>
            </a:extLst>
          </p:cNvPr>
          <p:cNvSpPr/>
          <p:nvPr/>
        </p:nvSpPr>
        <p:spPr>
          <a:xfrm>
            <a:off x="3309873" y="1819249"/>
            <a:ext cx="2136107" cy="2136107"/>
          </a:xfrm>
          <a:prstGeom prst="roundRect">
            <a:avLst>
              <a:gd name="adj" fmla="val 27701"/>
            </a:avLst>
          </a:prstGeom>
          <a:gradFill flip="none" rotWithShape="1">
            <a:gsLst>
              <a:gs pos="20000">
                <a:schemeClr val="accent4">
                  <a:lumMod val="75000"/>
                </a:schemeClr>
              </a:gs>
              <a:gs pos="100000">
                <a:schemeClr val="bg1"/>
              </a:gs>
            </a:gsLst>
            <a:path path="circle">
              <a:fillToRect r="100000" b="100000"/>
            </a:path>
            <a:tileRect l="-100000" t="-100000"/>
          </a:gradFill>
          <a:ln w="190500">
            <a:gradFill flip="none" rotWithShape="1">
              <a:gsLst>
                <a:gs pos="20000">
                  <a:schemeClr val="accent4">
                    <a:lumMod val="75000"/>
                  </a:schemeClr>
                </a:gs>
                <a:gs pos="100000">
                  <a:schemeClr val="bg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6D4AD966-4125-B135-3309-719461C6CE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309" b="78356" l="27452" r="72520">
                        <a14:foregroundMark x1="34094" y1="52439" x2="39054" y2="69569"/>
                        <a14:foregroundMark x1="39054" y1="69569" x2="39852" y2="70214"/>
                        <a14:foregroundMark x1="69014" y1="54414" x2="63084" y2="72189"/>
                        <a14:foregroundMark x1="43700" y1="29464" x2="58181" y2="27449"/>
                        <a14:foregroundMark x1="58181" y1="27449" x2="58552" y2="28456"/>
                        <a14:foregroundMark x1="31100" y1="54897" x2="39139" y2="71181"/>
                        <a14:foregroundMark x1="39139" y1="71181" x2="39139" y2="71181"/>
                        <a14:foregroundMark x1="48404" y1="17574" x2="44213" y2="24264"/>
                        <a14:foregroundMark x1="30245" y1="54131" x2="40279" y2="72471"/>
                        <a14:foregroundMark x1="40279" y1="72471" x2="34236" y2="52358"/>
                        <a14:foregroundMark x1="34236" y1="52358" x2="30758" y2="54131"/>
                        <a14:foregroundMark x1="29361" y1="63523" x2="42389" y2="70979"/>
                        <a14:foregroundMark x1="42389" y1="70979" x2="43871" y2="70214"/>
                        <a14:foregroundMark x1="69726" y1="52680" x2="67987" y2="72914"/>
                        <a14:foregroundMark x1="67987" y1="72914" x2="60804" y2="75655"/>
                        <a14:foregroundMark x1="48062" y1="19307" x2="41591" y2="27973"/>
                        <a14:foregroundMark x1="40194" y1="34865" x2="50684" y2="27973"/>
                        <a14:foregroundMark x1="40365" y1="24023" x2="48062" y2="16848"/>
                        <a14:foregroundMark x1="50513" y1="16606" x2="58181" y2="27449"/>
                        <a14:foregroundMark x1="47719" y1="16848" x2="50342" y2="14389"/>
                        <a14:foregroundMark x1="65707" y1="50705" x2="66933" y2="64530"/>
                        <a14:foregroundMark x1="71465" y1="52922" x2="71123" y2="66264"/>
                        <a14:foregroundMark x1="65194" y1="48972" x2="64481" y2="65014"/>
                        <a14:foregroundMark x1="63797" y1="45748" x2="72520" y2="65699"/>
                        <a14:foregroundMark x1="72520" y1="65699" x2="72520" y2="68239"/>
                        <a14:foregroundMark x1="27452" y1="52156" x2="30074" y2="69972"/>
                        <a14:foregroundMark x1="36887" y1="76864" x2="38626" y2="76864"/>
                        <a14:foregroundMark x1="61859" y1="77630" x2="61859" y2="77630"/>
                        <a14:foregroundMark x1="38113" y1="78356" x2="38113" y2="78356"/>
                        <a14:backgroundMark x1="42987" y1="43289" x2="58381" y2="57114"/>
                        <a14:backgroundMark x1="57668" y1="42765" x2="44213" y2="58847"/>
                        <a14:backgroundMark x1="49971" y1="37122" x2="50342" y2="65498"/>
                        <a14:backgroundMark x1="40735" y1="43531" x2="59236" y2="56106"/>
                        <a14:backgroundMark x1="40194" y1="57598" x2="59407" y2="52439"/>
                        <a14:backgroundMark x1="39681" y1="48206" x2="58381" y2="60339"/>
                        <a14:backgroundMark x1="44755" y1="38331" x2="46665" y2="63039"/>
                        <a14:backgroundMark x1="41420" y1="44498" x2="54247" y2="38694"/>
                        <a14:backgroundMark x1="54247" y1="38694" x2="55131" y2="60097"/>
                        <a14:backgroundMark x1="55131" y1="60097" x2="51026" y2="64289"/>
                        <a14:backgroundMark x1="42132" y1="44015" x2="55445" y2="39339"/>
                        <a14:backgroundMark x1="55445" y1="39339" x2="58580" y2="58565"/>
                        <a14:backgroundMark x1="58580" y1="58565" x2="57668" y2="60339"/>
                        <a14:backgroundMark x1="39510" y1="45264" x2="49971" y2="34381"/>
                        <a14:backgroundMark x1="57326" y1="41072" x2="60120" y2="56630"/>
                      </a14:backgroundRemoval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3487451" y="1996827"/>
            <a:ext cx="1780949" cy="17809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5FA664-8FE6-1424-0FEE-31A1AE01697E}"/>
              </a:ext>
            </a:extLst>
          </p:cNvPr>
          <p:cNvSpPr txBox="1"/>
          <p:nvPr/>
        </p:nvSpPr>
        <p:spPr>
          <a:xfrm>
            <a:off x="3641185" y="1563863"/>
            <a:ext cx="1473480" cy="264687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600" b="1" dirty="0">
                <a:gradFill flip="none" rotWithShape="1">
                  <a:gsLst>
                    <a:gs pos="100000">
                      <a:schemeClr val="bg1">
                        <a:alpha val="90000"/>
                        <a:lumMod val="0"/>
                        <a:lumOff val="100000"/>
                      </a:schemeClr>
                    </a:gs>
                    <a:gs pos="10000">
                      <a:schemeClr val="accent4">
                        <a:lumMod val="0"/>
                        <a:lumOff val="10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190500" algn="ctr" rotWithShape="0">
                    <a:schemeClr val="accent4">
                      <a:lumMod val="50000"/>
                      <a:alpha val="40000"/>
                    </a:schemeClr>
                  </a:outerShdw>
                </a:effectLst>
                <a:ea typeface="Compacta" panose="02020500000000000000" pitchFamily="18" charset="0"/>
                <a:cs typeface="Compacta" panose="02020500000000000000" pitchFamily="18" charset="0"/>
              </a:rPr>
              <a:t>P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72F54-EBBA-43D2-2CB2-17169BEA6E43}"/>
              </a:ext>
            </a:extLst>
          </p:cNvPr>
          <p:cNvSpPr/>
          <p:nvPr/>
        </p:nvSpPr>
        <p:spPr>
          <a:xfrm rot="16200000">
            <a:off x="3404620" y="1913996"/>
            <a:ext cx="1948638" cy="1948638"/>
          </a:xfrm>
          <a:prstGeom prst="roundRect">
            <a:avLst>
              <a:gd name="adj" fmla="val 25415"/>
            </a:avLst>
          </a:prstGeom>
          <a:gradFill>
            <a:gsLst>
              <a:gs pos="100000">
                <a:schemeClr val="bg1">
                  <a:alpha val="90000"/>
                  <a:lumMod val="50000"/>
                  <a:lumOff val="50000"/>
                </a:schemeClr>
              </a:gs>
              <a:gs pos="71000">
                <a:schemeClr val="bg2">
                  <a:lumMod val="90000"/>
                  <a:alpha val="20000"/>
                </a:schemeClr>
              </a:gs>
            </a:gsLst>
            <a:path path="circle">
              <a:fillToRect l="100000" t="100000"/>
            </a:path>
          </a:gradFill>
          <a:ln w="190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99923C0C-EABC-C700-A465-8D540FEEF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5911446" y="1332363"/>
            <a:ext cx="1780949" cy="1780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27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23E293-7325-5F62-CCE1-B5EF51D6CBA1}"/>
              </a:ext>
            </a:extLst>
          </p:cNvPr>
          <p:cNvSpPr/>
          <p:nvPr/>
        </p:nvSpPr>
        <p:spPr>
          <a:xfrm>
            <a:off x="3309873" y="1819249"/>
            <a:ext cx="2136107" cy="2136107"/>
          </a:xfrm>
          <a:prstGeom prst="roundRect">
            <a:avLst>
              <a:gd name="adj" fmla="val 27701"/>
            </a:avLst>
          </a:prstGeom>
          <a:gradFill flip="none" rotWithShape="1">
            <a:gsLst>
              <a:gs pos="20000">
                <a:srgbClr val="1488DB">
                  <a:alpha val="70000"/>
                </a:srgbClr>
              </a:gs>
              <a:gs pos="100000">
                <a:schemeClr val="bg1"/>
              </a:gs>
            </a:gsLst>
            <a:path path="circle">
              <a:fillToRect r="100000" b="100000"/>
            </a:path>
            <a:tileRect l="-100000" t="-100000"/>
          </a:gradFill>
          <a:ln w="190500">
            <a:gradFill flip="none" rotWithShape="1">
              <a:gsLst>
                <a:gs pos="60000">
                  <a:srgbClr val="1488DB"/>
                </a:gs>
                <a:gs pos="20000">
                  <a:srgbClr val="032B91"/>
                </a:gs>
                <a:gs pos="100000">
                  <a:schemeClr val="bg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59AEA-EA82-F0A2-4C41-63A52E02EF25}"/>
              </a:ext>
            </a:extLst>
          </p:cNvPr>
          <p:cNvSpPr txBox="1"/>
          <p:nvPr/>
        </p:nvSpPr>
        <p:spPr>
          <a:xfrm>
            <a:off x="5760244" y="2057804"/>
            <a:ext cx="241925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200" dirty="0">
                <a:gradFill flip="none" rotWithShape="1">
                  <a:gsLst>
                    <a:gs pos="0">
                      <a:srgbClr val="032B91"/>
                    </a:gs>
                    <a:gs pos="100000">
                      <a:srgbClr val="1488DB"/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11500" dirty="0">
                <a:solidFill>
                  <a:srgbClr val="032B91"/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8800" dirty="0">
              <a:solidFill>
                <a:srgbClr val="032B91"/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5965F5CB-4B28-D884-5DEA-FB7B1F0898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3487451" y="1996827"/>
            <a:ext cx="1780949" cy="17809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879619-367B-B94F-E381-21FA88C41B81}"/>
              </a:ext>
            </a:extLst>
          </p:cNvPr>
          <p:cNvSpPr/>
          <p:nvPr/>
        </p:nvSpPr>
        <p:spPr>
          <a:xfrm rot="16200000">
            <a:off x="3404620" y="1913996"/>
            <a:ext cx="1948638" cy="1948638"/>
          </a:xfrm>
          <a:prstGeom prst="roundRect">
            <a:avLst>
              <a:gd name="adj" fmla="val 25415"/>
            </a:avLst>
          </a:prstGeom>
          <a:gradFill>
            <a:gsLst>
              <a:gs pos="100000">
                <a:schemeClr val="bg1">
                  <a:alpha val="90000"/>
                  <a:lumMod val="50000"/>
                  <a:lumOff val="50000"/>
                </a:schemeClr>
              </a:gs>
              <a:gs pos="71000">
                <a:schemeClr val="bg2">
                  <a:lumMod val="90000"/>
                  <a:alpha val="20000"/>
                </a:schemeClr>
              </a:gs>
            </a:gsLst>
            <a:path path="circle">
              <a:fillToRect l="100000" t="100000"/>
            </a:path>
          </a:gradFill>
          <a:ln w="190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4A9200-C8DB-DA2A-786A-6EB540B0C443}"/>
              </a:ext>
            </a:extLst>
          </p:cNvPr>
          <p:cNvSpPr txBox="1"/>
          <p:nvPr/>
        </p:nvSpPr>
        <p:spPr>
          <a:xfrm>
            <a:off x="8037106" y="2015521"/>
            <a:ext cx="60785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032B91"/>
                </a:solidFill>
                <a:ea typeface="Compacta" panose="02020500000000000000" pitchFamily="18" charset="0"/>
                <a:cs typeface="Compacta" panose="02020500000000000000" pitchFamily="18" charset="0"/>
              </a:rPr>
              <a:t>©</a:t>
            </a:r>
            <a:endParaRPr lang="en-US" sz="4000" b="1" dirty="0">
              <a:solidFill>
                <a:srgbClr val="032B91"/>
              </a:solidFill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30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38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9252000" y="664165"/>
            <a:ext cx="1980000" cy="1224000"/>
          </a:xfrm>
          <a:prstGeom prst="roundRect">
            <a:avLst>
              <a:gd name="adj" fmla="val 10218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9321800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Administrator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809237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591A3A-2CD6-B99D-22C7-C96D9058A1BC}"/>
              </a:ext>
            </a:extLst>
          </p:cNvPr>
          <p:cNvSpPr/>
          <p:nvPr/>
        </p:nvSpPr>
        <p:spPr>
          <a:xfrm>
            <a:off x="9321800" y="1093966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Change password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9321800" y="1457850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C00000"/>
                </a:solidFill>
              </a:rPr>
              <a:t>Log out</a:t>
            </a:r>
            <a:endParaRPr lang="vi-VN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8571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8721251" y="664164"/>
            <a:ext cx="1980000" cy="3600000"/>
          </a:xfrm>
          <a:prstGeom prst="roundRect">
            <a:avLst>
              <a:gd name="adj" fmla="val 7139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8791051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278488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591A3A-2CD6-B99D-22C7-C96D9058A1BC}"/>
              </a:ext>
            </a:extLst>
          </p:cNvPr>
          <p:cNvSpPr/>
          <p:nvPr/>
        </p:nvSpPr>
        <p:spPr>
          <a:xfrm>
            <a:off x="8791051" y="1093966"/>
            <a:ext cx="1847437" cy="27196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Empty</a:t>
            </a:r>
            <a:endParaRPr lang="vi-VN" sz="10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8791051" y="3816000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C00000"/>
                </a:solidFill>
              </a:rPr>
              <a:t>Clear</a:t>
            </a:r>
            <a:endParaRPr lang="vi-VN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7093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5744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EDF191D-D5A2-5042-384F-371601FDAD5B}"/>
              </a:ext>
            </a:extLst>
          </p:cNvPr>
          <p:cNvSpPr/>
          <p:nvPr/>
        </p:nvSpPr>
        <p:spPr>
          <a:xfrm>
            <a:off x="1865931" y="108001"/>
            <a:ext cx="4980137" cy="1223824"/>
          </a:xfrm>
          <a:prstGeom prst="roundRect">
            <a:avLst>
              <a:gd name="adj" fmla="val 10871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change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86756B5-9427-052F-0D4B-DE11E22F2518}"/>
              </a:ext>
            </a:extLst>
          </p:cNvPr>
          <p:cNvSpPr/>
          <p:nvPr/>
        </p:nvSpPr>
        <p:spPr>
          <a:xfrm>
            <a:off x="596435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B091D7-18CD-812C-E101-AF0A048F06D6}"/>
              </a:ext>
            </a:extLst>
          </p:cNvPr>
          <p:cNvSpPr/>
          <p:nvPr/>
        </p:nvSpPr>
        <p:spPr>
          <a:xfrm>
            <a:off x="1944000" y="534387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Accounts &gt; Security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passwords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684A671-91F2-46A4-DAD9-02A634497CE7}"/>
              </a:ext>
            </a:extLst>
          </p:cNvPr>
          <p:cNvSpPr/>
          <p:nvPr/>
        </p:nvSpPr>
        <p:spPr>
          <a:xfrm>
            <a:off x="1944000" y="894601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Configuration &gt; Parking fees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fee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469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20000"/>
                  <a:lumOff val="8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Parking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Staffs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Accounts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Configuration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55000">
                <a:srgbClr val="6BB2CE"/>
              </a:gs>
              <a:gs pos="10000">
                <a:schemeClr val="accent4">
                  <a:lumMod val="20000"/>
                  <a:lumOff val="80000"/>
                </a:schemeClr>
              </a:gs>
              <a:gs pos="100000">
                <a:schemeClr val="accent4">
                  <a:lumMod val="75000"/>
                  <a:alpha val="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  </a:t>
            </a:r>
            <a:r>
              <a:rPr lang="en-US" sz="12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Log Viewer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Settings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rgbClr val="F8FC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</a:t>
            </a:r>
            <a:r>
              <a:rPr lang="en-US" sz="1200" dirty="0">
                <a:solidFill>
                  <a:schemeClr val="bg2"/>
                </a:solidFill>
              </a:rPr>
              <a:t>Search</a:t>
            </a:r>
            <a:endParaRPr lang="vi-VN" dirty="0">
              <a:solidFill>
                <a:schemeClr val="bg2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F8FCFE"/>
                </a:solidFill>
              </a:rPr>
              <a:t>Welcome back, Administrator!</a:t>
            </a:r>
            <a:endParaRPr lang="vi-VN" sz="2800" b="1" dirty="0">
              <a:solidFill>
                <a:srgbClr val="F8FCFE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8FCFE"/>
                </a:solidFill>
              </a:rPr>
              <a:t>Default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58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20000"/>
                  <a:lumOff val="8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Bãi đậu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Nhân viên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Tài khoản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Thiết lập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55000">
                <a:srgbClr val="6BB2CE"/>
              </a:gs>
              <a:gs pos="10000">
                <a:schemeClr val="accent4">
                  <a:lumMod val="20000"/>
                  <a:lumOff val="80000"/>
                </a:schemeClr>
              </a:gs>
              <a:gs pos="100000">
                <a:schemeClr val="accent4">
                  <a:lumMod val="75000"/>
                  <a:alpha val="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  </a:t>
            </a:r>
            <a:r>
              <a:rPr lang="en-US" sz="12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Trang chủ</a:t>
            </a:r>
            <a:endParaRPr lang="vi-VN" b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Lịch sử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Cài đặt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rgbClr val="F8FC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  Tìm kiếm</a:t>
            </a:r>
            <a:endParaRPr lang="vi-VN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F8FCFE"/>
                </a:solidFill>
              </a:rPr>
              <a:t>Chào mừng trở lại, Administrator!</a:t>
            </a:r>
            <a:endParaRPr lang="vi-VN" sz="2800" b="1" dirty="0">
              <a:solidFill>
                <a:srgbClr val="F8FCFE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Mặc định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7DCE0AD-E07D-D42D-FFEE-FCEC0595C4EA}"/>
              </a:ext>
            </a:extLst>
          </p:cNvPr>
          <p:cNvSpPr/>
          <p:nvPr/>
        </p:nvSpPr>
        <p:spPr>
          <a:xfrm>
            <a:off x="9252000" y="664165"/>
            <a:ext cx="1980000" cy="1224000"/>
          </a:xfrm>
          <a:prstGeom prst="roundRect">
            <a:avLst>
              <a:gd name="adj" fmla="val 10218"/>
            </a:avLst>
          </a:prstGeom>
          <a:solidFill>
            <a:schemeClr val="tx1">
              <a:lumMod val="95000"/>
              <a:lumOff val="5000"/>
            </a:schemeClr>
          </a:solidFill>
          <a:ln w="63500">
            <a:noFill/>
          </a:ln>
          <a:effectLst>
            <a:outerShdw blurRad="2540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D3A833-510D-BAAC-F6D5-1E50E58DC979}"/>
              </a:ext>
            </a:extLst>
          </p:cNvPr>
          <p:cNvSpPr/>
          <p:nvPr/>
        </p:nvSpPr>
        <p:spPr>
          <a:xfrm>
            <a:off x="9321800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/>
                </a:solidFill>
              </a:rPr>
              <a:t>Administrator</a:t>
            </a:r>
            <a:endParaRPr lang="vi-VN" sz="12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90652BE-0410-B476-3298-3739CC7A0788}"/>
              </a:ext>
            </a:extLst>
          </p:cNvPr>
          <p:cNvSpPr/>
          <p:nvPr/>
        </p:nvSpPr>
        <p:spPr>
          <a:xfrm>
            <a:off x="10809237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2F20E-55E8-2B5D-59FA-BB453CB7C07F}"/>
              </a:ext>
            </a:extLst>
          </p:cNvPr>
          <p:cNvSpPr/>
          <p:nvPr/>
        </p:nvSpPr>
        <p:spPr>
          <a:xfrm>
            <a:off x="9321800" y="1093966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Đổi password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9604BE-BD1B-D496-8C50-565F5B1DF40C}"/>
              </a:ext>
            </a:extLst>
          </p:cNvPr>
          <p:cNvSpPr/>
          <p:nvPr/>
        </p:nvSpPr>
        <p:spPr>
          <a:xfrm>
            <a:off x="9321800" y="1457850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0000"/>
                </a:solidFill>
              </a:rPr>
              <a:t>Đăng xuất</a:t>
            </a:r>
            <a:endParaRPr lang="vi-VN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434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Clear</a:t>
            </a:r>
            <a:endParaRPr lang="vi-VN" sz="1200" b="1" dirty="0">
              <a:solidFill>
                <a:schemeClr val="bg1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Guest_1008010127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Guest_1008010127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Recording stopped at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47250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Clear</a:t>
            </a:r>
            <a:endParaRPr lang="vi-VN" sz="1200" b="1" dirty="0">
              <a:solidFill>
                <a:schemeClr val="bg1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Guest_1008010127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Guest_1008010127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Recording stopped at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01/04/2026</a:t>
            </a:r>
            <a:endParaRPr lang="vi-VN" sz="1200" dirty="0">
              <a:solidFill>
                <a:schemeClr val="tx2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E5BDE94-2184-0B91-9383-4647F632A1F9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15AAE61-302C-6A3A-CAA4-599923A9873B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01/01/2027</a:t>
            </a:r>
            <a:endParaRPr lang="vi-VN" sz="1400" dirty="0">
              <a:solidFill>
                <a:schemeClr val="tx2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2A8F530-B49F-6725-0FE1-4FD4888DF30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5ECC5F2-4C13-236A-4530-97B6B8923BD6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479A4B77-D0D1-BE37-D7E4-AA0276E2D036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73" name="Graphic 72" descr="Daily calendar with solid fill">
            <a:extLst>
              <a:ext uri="{FF2B5EF4-FFF2-40B4-BE49-F238E27FC236}">
                <a16:creationId xmlns:a16="http://schemas.microsoft.com/office/drawing/2014/main" id="{A00D39FD-833A-F272-D1EE-F0E0EB07A9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75" name="Graphic 74" descr="Daily calendar with solid fill">
            <a:extLst>
              <a:ext uri="{FF2B5EF4-FFF2-40B4-BE49-F238E27FC236}">
                <a16:creationId xmlns:a16="http://schemas.microsoft.com/office/drawing/2014/main" id="{3C154570-6AF3-35F7-AB9A-C74D005E99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85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Clear</a:t>
            </a:r>
            <a:endParaRPr lang="vi-VN" sz="1200" b="1" dirty="0">
              <a:solidFill>
                <a:schemeClr val="bg1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Recording stopped at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02/04/2027</a:t>
            </a:r>
            <a:endParaRPr lang="vi-VN" sz="1200" dirty="0">
              <a:solidFill>
                <a:schemeClr val="tx2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0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E5BDE94-2184-0B91-9383-4647F632A1F9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15AAE61-302C-6A3A-CAA4-599923A9873B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01/01/2027</a:t>
            </a:r>
            <a:endParaRPr lang="vi-VN" sz="1400" dirty="0">
              <a:solidFill>
                <a:schemeClr val="tx2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2A8F530-B49F-6725-0FE1-4FD4888DF30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5ECC5F2-4C13-236A-4530-97B6B8923BD6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N!gga</a:t>
            </a:r>
            <a:endParaRPr lang="vi-VN" sz="1200" dirty="0">
              <a:solidFill>
                <a:schemeClr val="tx2"/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479A4B77-D0D1-BE37-D7E4-AA0276E2D036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01DC1F29-1796-2FEC-721B-6464F67353DA}"/>
              </a:ext>
            </a:extLst>
          </p:cNvPr>
          <p:cNvSpPr/>
          <p:nvPr/>
        </p:nvSpPr>
        <p:spPr>
          <a:xfrm>
            <a:off x="6014748" y="3708000"/>
            <a:ext cx="136250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No result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689754-AE6A-75EE-3B7C-5D81A1933C96}"/>
              </a:ext>
            </a:extLst>
          </p:cNvPr>
          <p:cNvSpPr/>
          <p:nvPr/>
        </p:nvSpPr>
        <p:spPr>
          <a:xfrm>
            <a:off x="5952435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861646EC-C4F3-948A-DA63-1641D87FB0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502355" y="1778197"/>
            <a:ext cx="2520000" cy="2331523"/>
          </a:xfrm>
          <a:prstGeom prst="roundRect">
            <a:avLst>
              <a:gd name="adj" fmla="val 8280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79" name="Graphic 78" descr="Daily calendar with solid fill">
            <a:extLst>
              <a:ext uri="{FF2B5EF4-FFF2-40B4-BE49-F238E27FC236}">
                <a16:creationId xmlns:a16="http://schemas.microsoft.com/office/drawing/2014/main" id="{8CC372A0-08D9-8B28-84D0-B0A2C304AA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80" name="Graphic 79" descr="Daily calendar with solid fill">
            <a:extLst>
              <a:ext uri="{FF2B5EF4-FFF2-40B4-BE49-F238E27FC236}">
                <a16:creationId xmlns:a16="http://schemas.microsoft.com/office/drawing/2014/main" id="{8E73961E-D72B-7E4A-196E-C35071A48C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B1A784F0-5713-ED2F-C257-45506474B8DC}"/>
              </a:ext>
            </a:extLst>
          </p:cNvPr>
          <p:cNvSpPr/>
          <p:nvPr/>
        </p:nvSpPr>
        <p:spPr>
          <a:xfrm>
            <a:off x="4588473" y="1851772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82" name="Graphic 81" descr="Close with solid fill">
            <a:extLst>
              <a:ext uri="{FF2B5EF4-FFF2-40B4-BE49-F238E27FC236}">
                <a16:creationId xmlns:a16="http://schemas.microsoft.com/office/drawing/2014/main" id="{3E0175CE-9AC6-FC34-0D80-56020196A84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83209" y="1946522"/>
            <a:ext cx="180000" cy="180000"/>
          </a:xfrm>
          <a:prstGeom prst="rect">
            <a:avLst/>
          </a:prstGeom>
        </p:spPr>
      </p:pic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072F59A-396C-6EB3-A5C9-220C7B0E9153}"/>
              </a:ext>
            </a:extLst>
          </p:cNvPr>
          <p:cNvSpPr/>
          <p:nvPr/>
        </p:nvSpPr>
        <p:spPr>
          <a:xfrm>
            <a:off x="3456864" y="1846815"/>
            <a:ext cx="101141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April, 2027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843A9565-162D-36EA-2815-3402B2020F75}"/>
              </a:ext>
            </a:extLst>
          </p:cNvPr>
          <p:cNvSpPr/>
          <p:nvPr/>
        </p:nvSpPr>
        <p:spPr>
          <a:xfrm>
            <a:off x="2584663" y="2266557"/>
            <a:ext cx="2363810" cy="20933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6570C04E-6E7C-B571-45E6-178F66BF15E1}"/>
              </a:ext>
            </a:extLst>
          </p:cNvPr>
          <p:cNvSpPr/>
          <p:nvPr/>
        </p:nvSpPr>
        <p:spPr>
          <a:xfrm>
            <a:off x="2584663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S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F403B296-CAE5-FD06-8E6A-4A824E1B7A29}"/>
              </a:ext>
            </a:extLst>
          </p:cNvPr>
          <p:cNvSpPr/>
          <p:nvPr/>
        </p:nvSpPr>
        <p:spPr>
          <a:xfrm>
            <a:off x="2939509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M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DBE7BE0-6D0F-DC52-DC0B-BD667D67B31D}"/>
              </a:ext>
            </a:extLst>
          </p:cNvPr>
          <p:cNvSpPr/>
          <p:nvPr/>
        </p:nvSpPr>
        <p:spPr>
          <a:xfrm>
            <a:off x="3294355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A329A92F-B600-B81B-C83B-8990E236B231}"/>
              </a:ext>
            </a:extLst>
          </p:cNvPr>
          <p:cNvSpPr/>
          <p:nvPr/>
        </p:nvSpPr>
        <p:spPr>
          <a:xfrm>
            <a:off x="3653803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W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1C98030B-EA08-EA23-9B50-6A208C1541D3}"/>
              </a:ext>
            </a:extLst>
          </p:cNvPr>
          <p:cNvSpPr/>
          <p:nvPr/>
        </p:nvSpPr>
        <p:spPr>
          <a:xfrm>
            <a:off x="3982487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69C34B81-ABAF-6F33-80CC-2A91C683E2A8}"/>
              </a:ext>
            </a:extLst>
          </p:cNvPr>
          <p:cNvSpPr/>
          <p:nvPr/>
        </p:nvSpPr>
        <p:spPr>
          <a:xfrm>
            <a:off x="4311172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F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860A16FC-14DA-085B-AFE2-CA40155FD14D}"/>
              </a:ext>
            </a:extLst>
          </p:cNvPr>
          <p:cNvSpPr/>
          <p:nvPr/>
        </p:nvSpPr>
        <p:spPr>
          <a:xfrm>
            <a:off x="4646120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1D6D5A-B534-AD0F-A076-C513DEE069ED}"/>
              </a:ext>
            </a:extLst>
          </p:cNvPr>
          <p:cNvSpPr/>
          <p:nvPr/>
        </p:nvSpPr>
        <p:spPr>
          <a:xfrm>
            <a:off x="2573761" y="2543072"/>
            <a:ext cx="324156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>
                    <a:alpha val="30000"/>
                  </a:srgbClr>
                </a:solidFill>
              </a:rPr>
              <a:t>29</a:t>
            </a:r>
            <a:endParaRPr lang="vi-VN" sz="1000" b="1" dirty="0">
              <a:solidFill>
                <a:srgbClr val="FF4747">
                  <a:alpha val="30000"/>
                </a:srgbClr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E2FB98E7-95D6-16C9-3F73-EC96BCBD084C}"/>
              </a:ext>
            </a:extLst>
          </p:cNvPr>
          <p:cNvSpPr/>
          <p:nvPr/>
        </p:nvSpPr>
        <p:spPr>
          <a:xfrm>
            <a:off x="2928607" y="2543072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30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FFBB8E0C-969C-6699-0847-C84438D0C39E}"/>
              </a:ext>
            </a:extLst>
          </p:cNvPr>
          <p:cNvSpPr/>
          <p:nvPr/>
        </p:nvSpPr>
        <p:spPr>
          <a:xfrm>
            <a:off x="3283453" y="2543072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31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E35D959-A19C-D506-C0A6-66CF39F12F86}"/>
              </a:ext>
            </a:extLst>
          </p:cNvPr>
          <p:cNvSpPr/>
          <p:nvPr/>
        </p:nvSpPr>
        <p:spPr>
          <a:xfrm>
            <a:off x="3653803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B6F79CE-81D7-5601-9F4A-A08E2DF9D6F0}"/>
              </a:ext>
            </a:extLst>
          </p:cNvPr>
          <p:cNvSpPr/>
          <p:nvPr/>
        </p:nvSpPr>
        <p:spPr>
          <a:xfrm>
            <a:off x="3982487" y="2543072"/>
            <a:ext cx="302353" cy="200456"/>
          </a:xfrm>
          <a:prstGeom prst="roundRect">
            <a:avLst>
              <a:gd name="adj" fmla="val 50000"/>
            </a:avLst>
          </a:prstGeom>
          <a:solidFill>
            <a:schemeClr val="accent4">
              <a:lumMod val="7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vi-VN" sz="1000" b="1" dirty="0">
              <a:solidFill>
                <a:schemeClr val="bg1"/>
              </a:solidFill>
            </a:endParaRPr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CE75D7B9-2518-F242-B1EC-E8A3A686AD82}"/>
              </a:ext>
            </a:extLst>
          </p:cNvPr>
          <p:cNvSpPr/>
          <p:nvPr/>
        </p:nvSpPr>
        <p:spPr>
          <a:xfrm>
            <a:off x="4311172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D0242D4-7F71-2021-186E-2F43B9C1829D}"/>
              </a:ext>
            </a:extLst>
          </p:cNvPr>
          <p:cNvSpPr/>
          <p:nvPr/>
        </p:nvSpPr>
        <p:spPr>
          <a:xfrm>
            <a:off x="4646120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178CC6A5-D360-DF19-D346-C0D15DC55DE2}"/>
              </a:ext>
            </a:extLst>
          </p:cNvPr>
          <p:cNvSpPr/>
          <p:nvPr/>
        </p:nvSpPr>
        <p:spPr>
          <a:xfrm>
            <a:off x="2584663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5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AAA546DC-AB57-3830-05ED-7B42F2CA2BDB}"/>
              </a:ext>
            </a:extLst>
          </p:cNvPr>
          <p:cNvSpPr/>
          <p:nvPr/>
        </p:nvSpPr>
        <p:spPr>
          <a:xfrm>
            <a:off x="2939509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6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1EA93FC9-85EC-39E8-8926-7313A2422D27}"/>
              </a:ext>
            </a:extLst>
          </p:cNvPr>
          <p:cNvSpPr/>
          <p:nvPr/>
        </p:nvSpPr>
        <p:spPr>
          <a:xfrm>
            <a:off x="3294355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FBFD7ACB-9698-B122-A70A-8325535A42DE}"/>
              </a:ext>
            </a:extLst>
          </p:cNvPr>
          <p:cNvSpPr/>
          <p:nvPr/>
        </p:nvSpPr>
        <p:spPr>
          <a:xfrm>
            <a:off x="3653803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5F9EF399-FEFE-2010-D2F2-B92990DB25ED}"/>
              </a:ext>
            </a:extLst>
          </p:cNvPr>
          <p:cNvSpPr/>
          <p:nvPr/>
        </p:nvSpPr>
        <p:spPr>
          <a:xfrm>
            <a:off x="3982487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9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D615D339-8D6E-4B0D-A0BD-57FBDDF7C8FF}"/>
              </a:ext>
            </a:extLst>
          </p:cNvPr>
          <p:cNvSpPr/>
          <p:nvPr/>
        </p:nvSpPr>
        <p:spPr>
          <a:xfrm>
            <a:off x="4298005" y="283746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90071D5D-4247-0D90-08B8-E1B6EE2A9093}"/>
              </a:ext>
            </a:extLst>
          </p:cNvPr>
          <p:cNvSpPr/>
          <p:nvPr/>
        </p:nvSpPr>
        <p:spPr>
          <a:xfrm>
            <a:off x="4627933" y="2837466"/>
            <a:ext cx="334948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21D21512-0130-504E-48B6-24F5010E4B39}"/>
              </a:ext>
            </a:extLst>
          </p:cNvPr>
          <p:cNvSpPr/>
          <p:nvPr/>
        </p:nvSpPr>
        <p:spPr>
          <a:xfrm>
            <a:off x="2568681" y="3135336"/>
            <a:ext cx="334316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12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7F0F4446-4D0C-C465-6DAC-E0BB614BF51A}"/>
              </a:ext>
            </a:extLst>
          </p:cNvPr>
          <p:cNvSpPr/>
          <p:nvPr/>
        </p:nvSpPr>
        <p:spPr>
          <a:xfrm>
            <a:off x="2928607" y="3135336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567D942E-339F-283D-CBEC-2D26EB1B3248}"/>
              </a:ext>
            </a:extLst>
          </p:cNvPr>
          <p:cNvSpPr/>
          <p:nvPr/>
        </p:nvSpPr>
        <p:spPr>
          <a:xfrm>
            <a:off x="3276954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834065CB-88BC-A83C-8A11-93EC8FB1F526}"/>
              </a:ext>
            </a:extLst>
          </p:cNvPr>
          <p:cNvSpPr/>
          <p:nvPr/>
        </p:nvSpPr>
        <p:spPr>
          <a:xfrm>
            <a:off x="3636402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15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FE918948-14F1-4A9B-666F-3B0122B33A72}"/>
              </a:ext>
            </a:extLst>
          </p:cNvPr>
          <p:cNvSpPr/>
          <p:nvPr/>
        </p:nvSpPr>
        <p:spPr>
          <a:xfrm>
            <a:off x="3965086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16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7DE01B84-1A9D-FFCF-563F-7061EC1331AE}"/>
              </a:ext>
            </a:extLst>
          </p:cNvPr>
          <p:cNvSpPr/>
          <p:nvPr/>
        </p:nvSpPr>
        <p:spPr>
          <a:xfrm>
            <a:off x="4293771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AD215DB8-C7EA-7BBC-6A9A-968F838433C7}"/>
              </a:ext>
            </a:extLst>
          </p:cNvPr>
          <p:cNvSpPr/>
          <p:nvPr/>
        </p:nvSpPr>
        <p:spPr>
          <a:xfrm>
            <a:off x="4628719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09D875CA-FA6E-CFB0-CF40-04C84919771F}"/>
              </a:ext>
            </a:extLst>
          </p:cNvPr>
          <p:cNvSpPr/>
          <p:nvPr/>
        </p:nvSpPr>
        <p:spPr>
          <a:xfrm>
            <a:off x="2575348" y="3432916"/>
            <a:ext cx="320981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19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CC208825-6BDB-6112-67DA-E2C24FDF51C5}"/>
              </a:ext>
            </a:extLst>
          </p:cNvPr>
          <p:cNvSpPr/>
          <p:nvPr/>
        </p:nvSpPr>
        <p:spPr>
          <a:xfrm>
            <a:off x="2928607" y="3432916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CB57BC2-3909-926F-ED1B-73CE58E5069F}"/>
              </a:ext>
            </a:extLst>
          </p:cNvPr>
          <p:cNvSpPr/>
          <p:nvPr/>
        </p:nvSpPr>
        <p:spPr>
          <a:xfrm>
            <a:off x="3273672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E057CB81-9CD3-0513-7941-A84885D5C0FB}"/>
              </a:ext>
            </a:extLst>
          </p:cNvPr>
          <p:cNvSpPr/>
          <p:nvPr/>
        </p:nvSpPr>
        <p:spPr>
          <a:xfrm>
            <a:off x="3633120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22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4250B2B-99EF-14F1-2159-940C47776EC9}"/>
              </a:ext>
            </a:extLst>
          </p:cNvPr>
          <p:cNvSpPr/>
          <p:nvPr/>
        </p:nvSpPr>
        <p:spPr>
          <a:xfrm>
            <a:off x="3961804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CF2C7FBD-598A-25AF-7D0E-11B570B071E5}"/>
              </a:ext>
            </a:extLst>
          </p:cNvPr>
          <p:cNvSpPr/>
          <p:nvPr/>
        </p:nvSpPr>
        <p:spPr>
          <a:xfrm>
            <a:off x="4290489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2C17B12A-12B4-E3D3-1C91-D24A6B4999F0}"/>
              </a:ext>
            </a:extLst>
          </p:cNvPr>
          <p:cNvSpPr/>
          <p:nvPr/>
        </p:nvSpPr>
        <p:spPr>
          <a:xfrm>
            <a:off x="4625437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25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3F049B01-0389-87EB-2105-4BE5B41B6022}"/>
              </a:ext>
            </a:extLst>
          </p:cNvPr>
          <p:cNvSpPr/>
          <p:nvPr/>
        </p:nvSpPr>
        <p:spPr>
          <a:xfrm>
            <a:off x="2575348" y="3738935"/>
            <a:ext cx="320981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26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57B6D7FF-42BA-D525-7870-8A1F5C51AC55}"/>
              </a:ext>
            </a:extLst>
          </p:cNvPr>
          <p:cNvSpPr/>
          <p:nvPr/>
        </p:nvSpPr>
        <p:spPr>
          <a:xfrm>
            <a:off x="2928607" y="3738935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00FB692B-0565-CA3D-B0A5-CA8E2B0DEA69}"/>
              </a:ext>
            </a:extLst>
          </p:cNvPr>
          <p:cNvSpPr/>
          <p:nvPr/>
        </p:nvSpPr>
        <p:spPr>
          <a:xfrm>
            <a:off x="3283453" y="3738935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793727AE-C37B-34C5-3122-4C33488CE3C3}"/>
              </a:ext>
            </a:extLst>
          </p:cNvPr>
          <p:cNvSpPr/>
          <p:nvPr/>
        </p:nvSpPr>
        <p:spPr>
          <a:xfrm>
            <a:off x="3653803" y="3738935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29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0A7535A0-BA70-6FB3-F366-350D11836E62}"/>
              </a:ext>
            </a:extLst>
          </p:cNvPr>
          <p:cNvSpPr/>
          <p:nvPr/>
        </p:nvSpPr>
        <p:spPr>
          <a:xfrm>
            <a:off x="3982487" y="3738935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30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B9960458-49F5-D959-C5FB-27E35E492291}"/>
              </a:ext>
            </a:extLst>
          </p:cNvPr>
          <p:cNvSpPr/>
          <p:nvPr/>
        </p:nvSpPr>
        <p:spPr>
          <a:xfrm>
            <a:off x="4311172" y="3738935"/>
            <a:ext cx="302353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1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4C406537-88E7-62DF-6BD3-720A7FECAC74}"/>
              </a:ext>
            </a:extLst>
          </p:cNvPr>
          <p:cNvSpPr/>
          <p:nvPr/>
        </p:nvSpPr>
        <p:spPr>
          <a:xfrm>
            <a:off x="4646120" y="3738935"/>
            <a:ext cx="302353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2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E505D5ED-96A8-77C6-3A50-314194E1FAE8}"/>
              </a:ext>
            </a:extLst>
          </p:cNvPr>
          <p:cNvSpPr/>
          <p:nvPr/>
        </p:nvSpPr>
        <p:spPr>
          <a:xfrm>
            <a:off x="2593097" y="1846815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E2641B2-E907-A69E-7B65-45B4991DFBEE}"/>
              </a:ext>
            </a:extLst>
          </p:cNvPr>
          <p:cNvSpPr/>
          <p:nvPr/>
        </p:nvSpPr>
        <p:spPr>
          <a:xfrm>
            <a:off x="3014124" y="1846815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33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Clear</a:t>
            </a:r>
            <a:endParaRPr lang="vi-VN" sz="1200" b="1" dirty="0">
              <a:solidFill>
                <a:schemeClr val="bg1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Guest_1008010127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Guest_1008010127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Recording stopped at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1494C351-9EF5-B5D5-E8A8-5C342DFA125B}"/>
              </a:ext>
            </a:extLst>
          </p:cNvPr>
          <p:cNvSpPr/>
          <p:nvPr/>
        </p:nvSpPr>
        <p:spPr>
          <a:xfrm>
            <a:off x="9271897" y="1354261"/>
            <a:ext cx="1958304" cy="860496"/>
          </a:xfrm>
          <a:prstGeom prst="roundRect">
            <a:avLst>
              <a:gd name="adj" fmla="val 16664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78EAA14-33AC-2F16-8D41-556688076B15}"/>
              </a:ext>
            </a:extLst>
          </p:cNvPr>
          <p:cNvSpPr/>
          <p:nvPr/>
        </p:nvSpPr>
        <p:spPr>
          <a:xfrm>
            <a:off x="9323411" y="1403873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Auto refresh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74ED35C-9551-8EDD-F3FB-B3B09D1F6224}"/>
              </a:ext>
            </a:extLst>
          </p:cNvPr>
          <p:cNvSpPr/>
          <p:nvPr/>
        </p:nvSpPr>
        <p:spPr>
          <a:xfrm>
            <a:off x="9323412" y="1801065"/>
            <a:ext cx="870244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Period (s)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AE33B2E-3C69-24CF-91C3-939C7AEA2D59}"/>
              </a:ext>
            </a:extLst>
          </p:cNvPr>
          <p:cNvSpPr/>
          <p:nvPr/>
        </p:nvSpPr>
        <p:spPr>
          <a:xfrm>
            <a:off x="10711922" y="1499063"/>
            <a:ext cx="314122" cy="166253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B46CC77-A9A6-59C4-DA74-68DC220DA652}"/>
              </a:ext>
            </a:extLst>
          </p:cNvPr>
          <p:cNvSpPr/>
          <p:nvPr/>
        </p:nvSpPr>
        <p:spPr>
          <a:xfrm>
            <a:off x="10628237" y="1491706"/>
            <a:ext cx="180966" cy="1809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F66527E-F2D0-1133-D5B5-3FE294D41A62}"/>
              </a:ext>
            </a:extLst>
          </p:cNvPr>
          <p:cNvSpPr/>
          <p:nvPr/>
        </p:nvSpPr>
        <p:spPr>
          <a:xfrm>
            <a:off x="10498455" y="1801065"/>
            <a:ext cx="666177" cy="360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542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5635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gradFill flip="none" rotWithShape="1">
            <a:gsLst>
              <a:gs pos="10000">
                <a:schemeClr val="accent4">
                  <a:lumMod val="50000"/>
                </a:schemeClr>
              </a:gs>
              <a:gs pos="100000">
                <a:schemeClr val="accent4">
                  <a:alpha val="20000"/>
                  <a:lumMod val="20000"/>
                  <a:lumOff val="80000"/>
                </a:schemeClr>
              </a:gs>
            </a:gsLst>
            <a:lin ang="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Clear</a:t>
            </a:r>
            <a:endParaRPr lang="vi-VN" sz="1200" b="1" dirty="0">
              <a:solidFill>
                <a:schemeClr val="bg1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4921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274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4760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4660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23775" y="2645789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</a:schemeClr>
          </a:solidFill>
          <a:ln w="63500">
            <a:solidFill>
              <a:srgbClr val="F8FC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4892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011	     MIO_in 	              	             Member ID 00001 enters						      01             12:11,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23775" y="3373784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</a:schemeClr>
          </a:solidFill>
          <a:ln w="63500">
            <a:solidFill>
              <a:srgbClr val="F8FC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 	              	             Member ID 00001 outs						      01             10:09,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23775" y="3743543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</a:schemeClr>
          </a:solidFill>
          <a:ln w="63500">
            <a:solidFill>
              <a:srgbClr val="F8FC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032	     GuestIO_out           	             Guest_1008010127 outs						      02             10:08,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Guest_1008010127 enters						      02             10:07,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01/12/2026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248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543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27108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Recording stopped at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3276854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B99C5A49-12BF-0859-5A4B-365B397DE37E}"/>
              </a:ext>
            </a:extLst>
          </p:cNvPr>
          <p:cNvSpPr/>
          <p:nvPr/>
        </p:nvSpPr>
        <p:spPr>
          <a:xfrm>
            <a:off x="2125658" y="1353753"/>
            <a:ext cx="1006162" cy="360000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3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808187-BD58-671B-BE5C-EE87E8BBC4AB}"/>
              </a:ext>
            </a:extLst>
          </p:cNvPr>
          <p:cNvSpPr/>
          <p:nvPr/>
        </p:nvSpPr>
        <p:spPr>
          <a:xfrm>
            <a:off x="2125659" y="1353933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94" name="Graphic 93" descr="Close with solid fill">
            <a:extLst>
              <a:ext uri="{FF2B5EF4-FFF2-40B4-BE49-F238E27FC236}">
                <a16:creationId xmlns:a16="http://schemas.microsoft.com/office/drawing/2014/main" id="{B122B86F-A043-21D1-3B67-83706A87B6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20395" y="1448683"/>
            <a:ext cx="180000" cy="180000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1A5B3B01-84E4-7D27-F464-0F3A3522E770}"/>
              </a:ext>
            </a:extLst>
          </p:cNvPr>
          <p:cNvSpPr/>
          <p:nvPr/>
        </p:nvSpPr>
        <p:spPr>
          <a:xfrm>
            <a:off x="7488683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C</a:t>
            </a:r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F5B7DB6E-A741-ECDC-2B8A-CE74966B12DF}"/>
              </a:ext>
            </a:extLst>
          </p:cNvPr>
          <p:cNvSpPr/>
          <p:nvPr/>
        </p:nvSpPr>
        <p:spPr>
          <a:xfrm>
            <a:off x="8025695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4263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711</TotalTime>
  <Words>1435</Words>
  <Application>Microsoft Office PowerPoint</Application>
  <PresentationFormat>Custom</PresentationFormat>
  <Paragraphs>303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Compacta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17</cp:revision>
  <dcterms:created xsi:type="dcterms:W3CDTF">2026-04-05T14:20:28Z</dcterms:created>
  <dcterms:modified xsi:type="dcterms:W3CDTF">2026-04-06T09:38:13Z</dcterms:modified>
</cp:coreProperties>
</file>